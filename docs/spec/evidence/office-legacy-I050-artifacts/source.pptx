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ns0:presentation xmlns:ns0="http://schemas.openxmlformats.org/presentationml/2006/main" xmlns:ns1="http://schemas.openxmlformats.org/officeDocument/2006/relationships" xmlns:ns2="http://schemas.openxmlformats.org/drawingml/2006/main" saveSubsetFonts="1" autoCompressPictures="0">
  <ns0:sldMasterIdLst>
    <ns0:sldMasterId id="2147483648" ns1:id="rId1"/>
  </ns0:sldMasterIdLst>
  <ns0:sldIdLst>
    <ns0:sldId id="256" ns1:id="rId7"/>
    <ns0:sldId id="257" ns1:id="rId8"/>
  </ns0:sldIdLst>
  <ns0:sldSz cx="9144000" cy="6858000" type="screen4x3"/>
  <ns0:notesSz cx="6858000" cy="9144000"/>
  <ns0:defaultTextStyle>
    <ns2:defPPr>
      <ns2:defRPr lang="en-US"/>
    </ns2:defPPr>
    <ns2:lvl1pPr marL="0" algn="l" defTabSz="457200" rtl="0" eaLnBrk="1" latinLnBrk="0" hangingPunct="1">
      <ns2:defRPr sz="1800" kern="1200">
        <ns2:solidFill>
          <ns2:schemeClr val="tx1"/>
        </ns2:solidFill>
        <ns2:latin typeface="Noto Sans CJK SC"/>
        <ns2:ea typeface="Noto Sans CJK SC"/>
        <ns2:cs typeface="Noto Sans CJK SC"/>
      </ns2:defRPr>
    </ns2:lvl1pPr>
    <ns2:lvl2pPr marL="457200" algn="l" defTabSz="457200" rtl="0" eaLnBrk="1" latinLnBrk="0" hangingPunct="1">
      <ns2:defRPr sz="1800" kern="1200">
        <ns2:solidFill>
          <ns2:schemeClr val="tx1"/>
        </ns2:solidFill>
        <ns2:latin typeface="Noto Sans CJK SC"/>
        <ns2:ea typeface="Noto Sans CJK SC"/>
        <ns2:cs typeface="Noto Sans CJK SC"/>
      </ns2:defRPr>
    </ns2:lvl2pPr>
    <ns2:lvl3pPr marL="914400" algn="l" defTabSz="457200" rtl="0" eaLnBrk="1" latinLnBrk="0" hangingPunct="1">
      <ns2:defRPr sz="1800" kern="1200">
        <ns2:solidFill>
          <ns2:schemeClr val="tx1"/>
        </ns2:solidFill>
        <ns2:latin typeface="Noto Sans CJK SC"/>
        <ns2:ea typeface="Noto Sans CJK SC"/>
        <ns2:cs typeface="Noto Sans CJK SC"/>
      </ns2:defRPr>
    </ns2:lvl3pPr>
    <ns2:lvl4pPr marL="1371600" algn="l" defTabSz="457200" rtl="0" eaLnBrk="1" latinLnBrk="0" hangingPunct="1">
      <ns2:defRPr sz="1800" kern="1200">
        <ns2:solidFill>
          <ns2:schemeClr val="tx1"/>
        </ns2:solidFill>
        <ns2:latin typeface="Noto Sans CJK SC"/>
        <ns2:ea typeface="Noto Sans CJK SC"/>
        <ns2:cs typeface="Noto Sans CJK SC"/>
      </ns2:defRPr>
    </ns2:lvl4pPr>
    <ns2:lvl5pPr marL="1828800" algn="l" defTabSz="457200" rtl="0" eaLnBrk="1" latinLnBrk="0" hangingPunct="1">
      <ns2:defRPr sz="1800" kern="1200">
        <ns2:solidFill>
          <ns2:schemeClr val="tx1"/>
        </ns2:solidFill>
        <ns2:latin typeface="Noto Sans CJK SC"/>
        <ns2:ea typeface="Noto Sans CJK SC"/>
        <ns2:cs typeface="Noto Sans CJK SC"/>
      </ns2:defRPr>
    </ns2:lvl5pPr>
    <ns2:lvl6pPr marL="2286000" algn="l" defTabSz="457200" rtl="0" eaLnBrk="1" latinLnBrk="0" hangingPunct="1">
      <ns2:defRPr sz="1800" kern="1200">
        <ns2:solidFill>
          <ns2:schemeClr val="tx1"/>
        </ns2:solidFill>
        <ns2:latin typeface="Noto Sans CJK SC"/>
        <ns2:ea typeface="Noto Sans CJK SC"/>
        <ns2:cs typeface="Noto Sans CJK SC"/>
      </ns2:defRPr>
    </ns2:lvl6pPr>
    <ns2:lvl7pPr marL="2743200" algn="l" defTabSz="457200" rtl="0" eaLnBrk="1" latinLnBrk="0" hangingPunct="1">
      <ns2:defRPr sz="1800" kern="1200">
        <ns2:solidFill>
          <ns2:schemeClr val="tx1"/>
        </ns2:solidFill>
        <ns2:latin typeface="Noto Sans CJK SC"/>
        <ns2:ea typeface="Noto Sans CJK SC"/>
        <ns2:cs typeface="Noto Sans CJK SC"/>
      </ns2:defRPr>
    </ns2:lvl7pPr>
    <ns2:lvl8pPr marL="3200400" algn="l" defTabSz="457200" rtl="0" eaLnBrk="1" latinLnBrk="0" hangingPunct="1">
      <ns2:defRPr sz="1800" kern="1200">
        <ns2:solidFill>
          <ns2:schemeClr val="tx1"/>
        </ns2:solidFill>
        <ns2:latin typeface="Noto Sans CJK SC"/>
        <ns2:ea typeface="Noto Sans CJK SC"/>
        <ns2:cs typeface="Noto Sans CJK SC"/>
      </ns2:defRPr>
    </ns2:lvl8pPr>
    <ns2:lvl9pPr marL="3657600" algn="l" defTabSz="457200" rtl="0" eaLnBrk="1" latinLnBrk="0" hangingPunct="1">
      <ns2:defRPr sz="1800" kern="1200">
        <ns2:solidFill>
          <ns2:schemeClr val="tx1"/>
        </ns2:solidFill>
        <ns2:latin typeface="Noto Sans CJK SC"/>
        <ns2:ea typeface="Noto Sans CJK SC"/>
        <ns2:cs typeface="Noto Sans CJK SC"/>
      </ns2:defRPr>
    </ns2:lvl9pPr>
  </ns0:defaultTextStyle>
</ns0:presentation>
</file>

<file path=ppt/presProps.xml><?xml version="1.0" encoding="utf-8"?>
<ns0:presentationPr xmlns:ns0="http://schemas.openxmlformats.org/presentationml/2006/main" xmlns:ns1="http://schemas.microsoft.com/office/powerpoint/2010/main">
  <ns0:extLst>
    <ns0:ext uri="{E76CE94A-603C-4142-B9EB-6D1370010A27}">
      <ns1:discardImageEditData val="0"/>
    </ns0:ext>
    <ns0:ext uri="{D31A062A-798A-4329-ABDD-BBA856620510}">
      <ns1:defaultImageDpi val="0"/>
    </ns0:ext>
  </ns0:extLst>
</ns0:presentationPr>
</file>

<file path=ppt/tableStyles.xml><?xml version="1.0" encoding="utf-8"?>
<ns0:tblStyleLst xmlns:ns0="http://schemas.openxmlformats.org/drawingml/2006/main" def="{5C22544A-7EE6-4342-B048-85BDC9FD1C3A}"/>
</file>

<file path=ppt/viewProps.xml><?xml version="1.0" encoding="utf-8"?>
<ns0:viewPr xmlns:ns0="http://schemas.openxmlformats.org/presentationml/2006/main" xmlns:ns1="http://schemas.openxmlformats.org/drawingml/2006/main" lastView="sldThumbnailView">
  <ns0:normalViewPr>
    <ns0:restoredLeft sz="15620"/>
    <ns0:restoredTop sz="94660"/>
  </ns0:normalViewPr>
  <ns0:slideViewPr>
    <ns0:cSldViewPr snapToGrid="0" snapToObjects="1">
      <ns0:cViewPr varScale="1">
        <ns0:scale>
          <ns1:sx n="124" d="100"/>
          <ns1:sy n="124" d="100"/>
        </ns0:scale>
        <ns0:origin x="-1512" y="-112"/>
      </ns0:cViewPr>
      <ns0:guideLst>
        <ns0:guide orient="horz" pos="2160"/>
        <ns0:guide pos="2880"/>
      </ns0:guideLst>
    </ns0:cSldViewPr>
  </ns0:slideViewPr>
  <ns0:notesTextViewPr>
    <ns0:cViewPr>
      <ns0:scale>
        <ns1:sx n="100" d="100"/>
        <ns1:sy n="100" d="100"/>
      </ns0:scale>
      <ns0:origin x="0" y="0"/>
    </ns0:cViewPr>
  </ns0:notesTextViewPr>
  <ns0:gridSpacing cx="76200" cy="76200"/>
</ns0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ns0:sldLayout xmlns:ns0="http://schemas.openxmlformats.org/presentationml/2006/main" xmlns:ns1="http://schemas.openxmlformats.org/drawingml/2006/main" xmlns:ns2="http://schemas.microsoft.com/office/powerpoint/2010/main" type="title" preserve="1">
  <ns0:cSld name="Title Slide"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sp>
        <ns0:nvSpPr>
          <ns0:cNvPr id="2" name="Title 1"/>
          <ns0:cNvSpPr>
            <ns1:spLocks noGrp="1"/>
          </ns0:cNvSpPr>
          <ns0:nvPr>
            <ns0:ph type="ctrTitle"/>
          </ns0:nvPr>
        </ns0:nvSpPr>
        <ns0:spPr>
          <ns1:xfrm>
            <ns1:off x="685800" y="2130425"/>
            <ns1:ext cx="7772400" cy="1470025"/>
          </ns1:xfrm>
        </ns0:spPr>
        <ns0:txBody>
          <ns1:bodyPr/>
          <ns1:lstStyle/>
          <ns1:p>
            <ns1:r>
              <ns1:rPr lang="en-US" smtClean="0"/>
              <ns1:t>Click to edit Master title style</ns1:t>
            </ns1:r>
            <ns1:endParaRPr lang="en-US"/>
          </ns1:p>
        </ns0:txBody>
      </ns0:sp>
      <ns0:sp>
        <ns0:nvSpPr>
          <ns0:cNvPr id="3" name="Subtitle 2"/>
          <ns0:cNvSpPr>
            <ns1:spLocks noGrp="1"/>
          </ns0:cNvSpPr>
          <ns0:nvPr>
            <ns0:ph type="subTitle" idx="1"/>
          </ns0:nvPr>
        </ns0:nvSpPr>
        <ns0:spPr>
          <ns1:xfrm>
            <ns1:off x="1371600" y="3886200"/>
            <ns1:ext cx="6400800" cy="1752600"/>
          </ns1:xfrm>
        </ns0:spPr>
        <ns0:txBody>
          <ns1:bodyPr/>
          <ns1:lstStyle>
            <ns1:lvl1pPr marL="0" indent="0" algn="ctr">
              <ns1:buNone/>
              <ns1:defRPr>
                <ns1:solidFill>
                  <ns1:schemeClr val="tx1">
                    <ns1:tint val="75000"/>
                  </ns1:schemeClr>
                </ns1:solidFill>
              </ns1:defRPr>
            </ns1:lvl1pPr>
            <ns1:lvl2pPr marL="457200" indent="0" algn="ctr">
              <ns1:buNone/>
              <ns1:defRPr>
                <ns1:solidFill>
                  <ns1:schemeClr val="tx1">
                    <ns1:tint val="75000"/>
                  </ns1:schemeClr>
                </ns1:solidFill>
              </ns1:defRPr>
            </ns1:lvl2pPr>
            <ns1:lvl3pPr marL="914400" indent="0" algn="ctr">
              <ns1:buNone/>
              <ns1:defRPr>
                <ns1:solidFill>
                  <ns1:schemeClr val="tx1">
                    <ns1:tint val="75000"/>
                  </ns1:schemeClr>
                </ns1:solidFill>
              </ns1:defRPr>
            </ns1:lvl3pPr>
            <ns1:lvl4pPr marL="1371600" indent="0" algn="ctr">
              <ns1:buNone/>
              <ns1:defRPr>
                <ns1:solidFill>
                  <ns1:schemeClr val="tx1">
                    <ns1:tint val="75000"/>
                  </ns1:schemeClr>
                </ns1:solidFill>
              </ns1:defRPr>
            </ns1:lvl4pPr>
            <ns1:lvl5pPr marL="1828800" indent="0" algn="ctr">
              <ns1:buNone/>
              <ns1:defRPr>
                <ns1:solidFill>
                  <ns1:schemeClr val="tx1">
                    <ns1:tint val="75000"/>
                  </ns1:schemeClr>
                </ns1:solidFill>
              </ns1:defRPr>
            </ns1:lvl5pPr>
            <ns1:lvl6pPr marL="2286000" indent="0" algn="ctr">
              <ns1:buNone/>
              <ns1:defRPr>
                <ns1:solidFill>
                  <ns1:schemeClr val="tx1">
                    <ns1:tint val="75000"/>
                  </ns1:schemeClr>
                </ns1:solidFill>
              </ns1:defRPr>
            </ns1:lvl6pPr>
            <ns1:lvl7pPr marL="2743200" indent="0" algn="ctr">
              <ns1:buNone/>
              <ns1:defRPr>
                <ns1:solidFill>
                  <ns1:schemeClr val="tx1">
                    <ns1:tint val="75000"/>
                  </ns1:schemeClr>
                </ns1:solidFill>
              </ns1:defRPr>
            </ns1:lvl7pPr>
            <ns1:lvl8pPr marL="3200400" indent="0" algn="ctr">
              <ns1:buNone/>
              <ns1:defRPr>
                <ns1:solidFill>
                  <ns1:schemeClr val="tx1">
                    <ns1:tint val="75000"/>
                  </ns1:schemeClr>
                </ns1:solidFill>
              </ns1:defRPr>
            </ns1:lvl8pPr>
            <ns1:lvl9pPr marL="3657600" indent="0" algn="ctr">
              <ns1:buNone/>
              <ns1:defRPr>
                <ns1:solidFill>
                  <ns1:schemeClr val="tx1">
                    <ns1:tint val="75000"/>
                  </ns1:schemeClr>
                </ns1:solidFill>
              </ns1:defRPr>
            </ns1:lvl9pPr>
          </ns1:lstStyle>
          <ns1:p>
            <ns1:r>
              <ns1:rPr lang="en-US" smtClean="0"/>
              <ns1:t>Click to edit Master subtitle style</ns1:t>
            </ns1:r>
            <ns1:endParaRPr lang="en-US"/>
          </ns1:p>
        </ns0:txBody>
      </ns0:sp>
      <ns0:sp>
        <ns0:nvSpPr>
          <ns0:cNvPr id="4" name="Date Placeholder 3"/>
          <ns0:cNvSpPr>
            <ns1:spLocks noGrp="1"/>
          </ns0:cNvSpPr>
          <ns0:nvPr>
            <ns0:ph type="dt" sz="half" idx="10"/>
          </ns0:nvPr>
        </ns0:nvSpPr>
        <ns0:spPr/>
        <ns0:txBody>
          <ns1:bodyPr/>
          <ns1:lstStyle/>
          <ns1:p>
            <ns1:fld id="{5BCAD085-E8A6-8845-BD4E-CB4CCA059FC4}" type="datetimeFigureOut">
              <ns1:rPr lang="en-US" smtClean="0"/>
              <ns1:t>1/27/13</ns1:t>
            </ns1:fld>
            <ns1:endParaRPr lang="en-US"/>
          </ns1:p>
        </ns0:txBody>
      </ns0:sp>
      <ns0:sp>
        <ns0:nvSpPr>
          <ns0:cNvPr id="5" name="Footer Placeholder 4"/>
          <ns0:cNvSpPr>
            <ns1:spLocks noGrp="1"/>
          </ns0:cNvSpPr>
          <ns0:nvPr>
            <ns0:ph type="ftr" sz="quarter" idx="11"/>
          </ns0:nvPr>
        </ns0:nvSpPr>
        <ns0:spPr/>
        <ns0:txBody>
          <ns1:bodyPr/>
          <ns1:lstStyle/>
          <ns1:p>
            <ns1:endParaRPr lang="en-US"/>
          </ns1:p>
        </ns0:txBody>
      </ns0:sp>
      <ns0:sp>
        <ns0:nvSpPr>
          <ns0:cNvPr id="6" name="Slide Number Placeholder 5"/>
          <ns0:cNvSpPr>
            <ns1:spLocks noGrp="1"/>
          </ns0:cNvSpPr>
          <ns0:nvPr>
            <ns0:ph type="sldNum" sz="quarter" idx="12"/>
          </ns0:nvPr>
        </ns0:nvSpPr>
        <ns0:spPr/>
        <ns0:txBody>
          <ns1:bodyPr/>
          <ns1:lstStyle/>
          <ns1:p>
            <ns1:fld id="{C1FF6DA9-008F-8B48-92A6-B652298478BF}" type="slidenum">
              <ns1:rPr lang="en-US" smtClean="0"/>
              <ns1:t>‹#›</ns1:t>
            </ns1:fld>
            <ns1:endParaRPr lang="en-US"/>
          </ns1:p>
        </ns0:txBody>
      </ns0:sp>
    </ns0:spTree>
    <ns0:extLst>
      <ns0:ext uri="{BB962C8B-B14F-4D97-AF65-F5344CB8AC3E}">
        <ns2:creationId val="3168075583"/>
      </ns0:ext>
    </ns0:extLst>
  </ns0:cSld>
  <ns0:clrMapOvr>
    <ns1:masterClrMapping/>
  </ns0:clrMapOvr>
</ns0:sldLayout>
</file>

<file path=ppt/slideLayouts/slideLayout2.xml><?xml version="1.0" encoding="utf-8"?>
<ns0:sldLayout xmlns:ns0="http://schemas.openxmlformats.org/presentationml/2006/main" xmlns:ns1="http://schemas.openxmlformats.org/drawingml/2006/main" xmlns:ns2="http://schemas.microsoft.com/office/powerpoint/2010/main" type="obj" preserve="1">
  <ns0:cSld name="Title and Content"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sp>
        <ns0:nvSpPr>
          <ns0:cNvPr id="2" name="Title 1"/>
          <ns0:cNvSpPr>
            <ns1:spLocks noGrp="1"/>
          </ns0:cNvSpPr>
          <ns0:nvPr>
            <ns0:ph type="title"/>
          </ns0:nvPr>
        </ns0:nvSpPr>
        <ns0:spPr/>
        <ns0:txBody>
          <ns1:bodyPr/>
          <ns1:lstStyle/>
          <ns1:p>
            <ns1:r>
              <ns1:rPr lang="en-US" smtClean="0"/>
              <ns1:t>Click to edit Master title style</ns1:t>
            </ns1:r>
            <ns1:endParaRPr lang="en-US"/>
          </ns1:p>
        </ns0:txBody>
      </ns0:sp>
      <ns0:sp>
        <ns0:nvSpPr>
          <ns0:cNvPr id="3" name="Content Placeholder 2"/>
          <ns0:cNvSpPr>
            <ns1:spLocks noGrp="1"/>
          </ns0:cNvSpPr>
          <ns0:nvPr>
            <ns0:ph idx="1"/>
          </ns0:nvPr>
        </ns0:nvSpPr>
        <ns0:spPr/>
        <ns0:txBody>
          <ns1:bodyPr/>
          <ns1:lstStyle/>
          <ns1:p>
            <ns1:pPr lvl="0"/>
            <ns1:r>
              <ns1:rPr lang="en-US" smtClean="0"/>
              <ns1:t>Click to edit Master text styles</ns1:t>
            </ns1:r>
          </ns1:p>
          <ns1:p>
            <ns1:pPr lvl="1"/>
            <ns1:r>
              <ns1:rPr lang="en-US" smtClean="0"/>
              <ns1:t>Second level</ns1:t>
            </ns1:r>
          </ns1:p>
          <ns1:p>
            <ns1:pPr lvl="2"/>
            <ns1:r>
              <ns1:rPr lang="en-US" smtClean="0"/>
              <ns1:t>Third level</ns1:t>
            </ns1:r>
          </ns1:p>
          <ns1:p>
            <ns1:pPr lvl="3"/>
            <ns1:r>
              <ns1:rPr lang="en-US" smtClean="0"/>
              <ns1:t>Fourth level</ns1:t>
            </ns1:r>
          </ns1:p>
          <ns1:p>
            <ns1:pPr lvl="4"/>
            <ns1:r>
              <ns1:rPr lang="en-US" smtClean="0"/>
              <ns1:t>Fifth level</ns1:t>
            </ns1:r>
            <ns1:endParaRPr lang="en-US"/>
          </ns1:p>
        </ns0:txBody>
      </ns0:sp>
      <ns0:sp>
        <ns0:nvSpPr>
          <ns0:cNvPr id="4" name="Date Placeholder 3"/>
          <ns0:cNvSpPr>
            <ns1:spLocks noGrp="1"/>
          </ns0:cNvSpPr>
          <ns0:nvPr>
            <ns0:ph type="dt" sz="half" idx="10"/>
          </ns0:nvPr>
        </ns0:nvSpPr>
        <ns0:spPr/>
        <ns0:txBody>
          <ns1:bodyPr/>
          <ns1:lstStyle/>
          <ns1:p>
            <ns1:fld id="{5BCAD085-E8A6-8845-BD4E-CB4CCA059FC4}" type="datetimeFigureOut">
              <ns1:rPr lang="en-US" smtClean="0"/>
              <ns1:t>1/27/13</ns1:t>
            </ns1:fld>
            <ns1:endParaRPr lang="en-US"/>
          </ns1:p>
        </ns0:txBody>
      </ns0:sp>
      <ns0:sp>
        <ns0:nvSpPr>
          <ns0:cNvPr id="5" name="Footer Placeholder 4"/>
          <ns0:cNvSpPr>
            <ns1:spLocks noGrp="1"/>
          </ns0:cNvSpPr>
          <ns0:nvPr>
            <ns0:ph type="ftr" sz="quarter" idx="11"/>
          </ns0:nvPr>
        </ns0:nvSpPr>
        <ns0:spPr/>
        <ns0:txBody>
          <ns1:bodyPr/>
          <ns1:lstStyle/>
          <ns1:p>
            <ns1:endParaRPr lang="en-US"/>
          </ns1:p>
        </ns0:txBody>
      </ns0:sp>
      <ns0:sp>
        <ns0:nvSpPr>
          <ns0:cNvPr id="6" name="Slide Number Placeholder 5"/>
          <ns0:cNvSpPr>
            <ns1:spLocks noGrp="1"/>
          </ns0:cNvSpPr>
          <ns0:nvPr>
            <ns0:ph type="sldNum" sz="quarter" idx="12"/>
          </ns0:nvPr>
        </ns0:nvSpPr>
        <ns0:spPr/>
        <ns0:txBody>
          <ns1:bodyPr/>
          <ns1:lstStyle/>
          <ns1:p>
            <ns1:fld id="{C1FF6DA9-008F-8B48-92A6-B652298478BF}" type="slidenum">
              <ns1:rPr lang="en-US" smtClean="0"/>
              <ns1:t>‹#›</ns1:t>
            </ns1:fld>
            <ns1:endParaRPr lang="en-US"/>
          </ns1:p>
        </ns0:txBody>
      </ns0:sp>
    </ns0:spTree>
    <ns0:extLst>
      <ns0:ext uri="{BB962C8B-B14F-4D97-AF65-F5344CB8AC3E}">
        <ns2:creationId val="2614314258"/>
      </ns0:ext>
    </ns0:extLst>
  </ns0:cSld>
  <ns0:clrMapOvr>
    <ns1:masterClrMapping/>
  </ns0:clrMapOvr>
</ns0:sldLayout>
</file>

<file path=ppt/slideLayouts/slideLayout3.xml><?xml version="1.0" encoding="utf-8"?>
<ns0:sldLayout xmlns:ns0="http://schemas.openxmlformats.org/presentationml/2006/main" xmlns:ns1="http://schemas.openxmlformats.org/drawingml/2006/main" xmlns:ns2="http://schemas.microsoft.com/office/powerpoint/2010/main" type="secHead" preserve="1">
  <ns0:cSld name="Section Header"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sp>
        <ns0:nvSpPr>
          <ns0:cNvPr id="2" name="Title 1"/>
          <ns0:cNvSpPr>
            <ns1:spLocks noGrp="1"/>
          </ns0:cNvSpPr>
          <ns0:nvPr>
            <ns0:ph type="title"/>
          </ns0:nvPr>
        </ns0:nvSpPr>
        <ns0:spPr>
          <ns1:xfrm>
            <ns1:off x="722313" y="4406900"/>
            <ns1:ext cx="7772400" cy="1362075"/>
          </ns1:xfrm>
        </ns0:spPr>
        <ns0:txBody>
          <ns1:bodyPr anchor="t"/>
          <ns1:lstStyle>
            <ns1:lvl1pPr algn="l">
              <ns1:defRPr sz="4000" b="1" cap="all"/>
            </ns1:lvl1pPr>
          </ns1:lstStyle>
          <ns1:p>
            <ns1:r>
              <ns1:rPr lang="en-US" smtClean="0"/>
              <ns1:t>Click to edit Master title style</ns1:t>
            </ns1:r>
            <ns1:endParaRPr lang="en-US"/>
          </ns1:p>
        </ns0:txBody>
      </ns0:sp>
      <ns0:sp>
        <ns0:nvSpPr>
          <ns0:cNvPr id="3" name="Text Placeholder 2"/>
          <ns0:cNvSpPr>
            <ns1:spLocks noGrp="1"/>
          </ns0:cNvSpPr>
          <ns0:nvPr>
            <ns0:ph type="body" idx="1"/>
          </ns0:nvPr>
        </ns0:nvSpPr>
        <ns0:spPr>
          <ns1:xfrm>
            <ns1:off x="722313" y="2906713"/>
            <ns1:ext cx="7772400" cy="1500187"/>
          </ns1:xfrm>
        </ns0:spPr>
        <ns0:txBody>
          <ns1:bodyPr anchor="b"/>
          <ns1:lstStyle>
            <ns1:lvl1pPr marL="0" indent="0">
              <ns1:buNone/>
              <ns1:defRPr sz="2000">
                <ns1:solidFill>
                  <ns1:schemeClr val="tx1">
                    <ns1:tint val="75000"/>
                  </ns1:schemeClr>
                </ns1:solidFill>
              </ns1:defRPr>
            </ns1:lvl1pPr>
            <ns1:lvl2pPr marL="457200" indent="0">
              <ns1:buNone/>
              <ns1:defRPr sz="1800">
                <ns1:solidFill>
                  <ns1:schemeClr val="tx1">
                    <ns1:tint val="75000"/>
                  </ns1:schemeClr>
                </ns1:solidFill>
              </ns1:defRPr>
            </ns1:lvl2pPr>
            <ns1:lvl3pPr marL="914400" indent="0">
              <ns1:buNone/>
              <ns1:defRPr sz="1600">
                <ns1:solidFill>
                  <ns1:schemeClr val="tx1">
                    <ns1:tint val="75000"/>
                  </ns1:schemeClr>
                </ns1:solidFill>
              </ns1:defRPr>
            </ns1:lvl3pPr>
            <ns1:lvl4pPr marL="1371600" indent="0">
              <ns1:buNone/>
              <ns1:defRPr sz="1400">
                <ns1:solidFill>
                  <ns1:schemeClr val="tx1">
                    <ns1:tint val="75000"/>
                  </ns1:schemeClr>
                </ns1:solidFill>
              </ns1:defRPr>
            </ns1:lvl4pPr>
            <ns1:lvl5pPr marL="1828800" indent="0">
              <ns1:buNone/>
              <ns1:defRPr sz="1400">
                <ns1:solidFill>
                  <ns1:schemeClr val="tx1">
                    <ns1:tint val="75000"/>
                  </ns1:schemeClr>
                </ns1:solidFill>
              </ns1:defRPr>
            </ns1:lvl5pPr>
            <ns1:lvl6pPr marL="2286000" indent="0">
              <ns1:buNone/>
              <ns1:defRPr sz="1400">
                <ns1:solidFill>
                  <ns1:schemeClr val="tx1">
                    <ns1:tint val="75000"/>
                  </ns1:schemeClr>
                </ns1:solidFill>
              </ns1:defRPr>
            </ns1:lvl6pPr>
            <ns1:lvl7pPr marL="2743200" indent="0">
              <ns1:buNone/>
              <ns1:defRPr sz="1400">
                <ns1:solidFill>
                  <ns1:schemeClr val="tx1">
                    <ns1:tint val="75000"/>
                  </ns1:schemeClr>
                </ns1:solidFill>
              </ns1:defRPr>
            </ns1:lvl7pPr>
            <ns1:lvl8pPr marL="3200400" indent="0">
              <ns1:buNone/>
              <ns1:defRPr sz="1400">
                <ns1:solidFill>
                  <ns1:schemeClr val="tx1">
                    <ns1:tint val="75000"/>
                  </ns1:schemeClr>
                </ns1:solidFill>
              </ns1:defRPr>
            </ns1:lvl8pPr>
            <ns1:lvl9pPr marL="3657600" indent="0">
              <ns1:buNone/>
              <ns1:defRPr sz="1400">
                <ns1:solidFill>
                  <ns1:schemeClr val="tx1">
                    <ns1:tint val="75000"/>
                  </ns1:schemeClr>
                </ns1:solidFill>
              </ns1:defRPr>
            </ns1:lvl9pPr>
          </ns1:lstStyle>
          <ns1:p>
            <ns1:pPr lvl="0"/>
            <ns1:r>
              <ns1:rPr lang="en-US" smtClean="0"/>
              <ns1:t>Click to edit Master text styles</ns1:t>
            </ns1:r>
          </ns1:p>
        </ns0:txBody>
      </ns0:sp>
      <ns0:sp>
        <ns0:nvSpPr>
          <ns0:cNvPr id="4" name="Date Placeholder 3"/>
          <ns0:cNvSpPr>
            <ns1:spLocks noGrp="1"/>
          </ns0:cNvSpPr>
          <ns0:nvPr>
            <ns0:ph type="dt" sz="half" idx="10"/>
          </ns0:nvPr>
        </ns0:nvSpPr>
        <ns0:spPr/>
        <ns0:txBody>
          <ns1:bodyPr/>
          <ns1:lstStyle/>
          <ns1:p>
            <ns1:fld id="{5BCAD085-E8A6-8845-BD4E-CB4CCA059FC4}" type="datetimeFigureOut">
              <ns1:rPr lang="en-US" smtClean="0"/>
              <ns1:t>1/27/13</ns1:t>
            </ns1:fld>
            <ns1:endParaRPr lang="en-US"/>
          </ns1:p>
        </ns0:txBody>
      </ns0:sp>
      <ns0:sp>
        <ns0:nvSpPr>
          <ns0:cNvPr id="5" name="Footer Placeholder 4"/>
          <ns0:cNvSpPr>
            <ns1:spLocks noGrp="1"/>
          </ns0:cNvSpPr>
          <ns0:nvPr>
            <ns0:ph type="ftr" sz="quarter" idx="11"/>
          </ns0:nvPr>
        </ns0:nvSpPr>
        <ns0:spPr/>
        <ns0:txBody>
          <ns1:bodyPr/>
          <ns1:lstStyle/>
          <ns1:p>
            <ns1:endParaRPr lang="en-US"/>
          </ns1:p>
        </ns0:txBody>
      </ns0:sp>
      <ns0:sp>
        <ns0:nvSpPr>
          <ns0:cNvPr id="6" name="Slide Number Placeholder 5"/>
          <ns0:cNvSpPr>
            <ns1:spLocks noGrp="1"/>
          </ns0:cNvSpPr>
          <ns0:nvPr>
            <ns0:ph type="sldNum" sz="quarter" idx="12"/>
          </ns0:nvPr>
        </ns0:nvSpPr>
        <ns0:spPr/>
        <ns0:txBody>
          <ns1:bodyPr/>
          <ns1:lstStyle/>
          <ns1:p>
            <ns1:fld id="{C1FF6DA9-008F-8B48-92A6-B652298478BF}" type="slidenum">
              <ns1:rPr lang="en-US" smtClean="0"/>
              <ns1:t>‹#›</ns1:t>
            </ns1:fld>
            <ns1:endParaRPr lang="en-US"/>
          </ns1:p>
        </ns0:txBody>
      </ns0:sp>
    </ns0:spTree>
    <ns0:extLst>
      <ns0:ext uri="{BB962C8B-B14F-4D97-AF65-F5344CB8AC3E}">
        <ns2:creationId val="960648375"/>
      </ns0:ext>
    </ns0:extLst>
  </ns0:cSld>
  <ns0:clrMapOvr>
    <ns1:masterClrMapping/>
  </ns0:clrMapOvr>
</ns0:sldLayout>
</file>

<file path=ppt/slideLayouts/slideLayout4.xml><?xml version="1.0" encoding="utf-8"?>
<ns0:sldLayout xmlns:ns0="http://schemas.openxmlformats.org/presentationml/2006/main" xmlns:ns1="http://schemas.openxmlformats.org/drawingml/2006/main" xmlns:ns2="http://schemas.microsoft.com/office/powerpoint/2010/main" type="twoObj" preserve="1">
  <ns0:cSld name="Two Content"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sp>
        <ns0:nvSpPr>
          <ns0:cNvPr id="2" name="Title 1"/>
          <ns0:cNvSpPr>
            <ns1:spLocks noGrp="1"/>
          </ns0:cNvSpPr>
          <ns0:nvPr>
            <ns0:ph type="title"/>
          </ns0:nvPr>
        </ns0:nvSpPr>
        <ns0:spPr/>
        <ns0:txBody>
          <ns1:bodyPr/>
          <ns1:lstStyle/>
          <ns1:p>
            <ns1:r>
              <ns1:rPr lang="en-US" smtClean="0"/>
              <ns1:t>Click to edit Master title style</ns1:t>
            </ns1:r>
            <ns1:endParaRPr lang="en-US"/>
          </ns1:p>
        </ns0:txBody>
      </ns0:sp>
      <ns0:sp>
        <ns0:nvSpPr>
          <ns0:cNvPr id="3" name="Content Placeholder 2"/>
          <ns0:cNvSpPr>
            <ns1:spLocks noGrp="1"/>
          </ns0:cNvSpPr>
          <ns0:nvPr>
            <ns0:ph sz="half" idx="1"/>
          </ns0:nvPr>
        </ns0:nvSpPr>
        <ns0:spPr>
          <ns1:xfrm>
            <ns1:off x="457200" y="1600200"/>
            <ns1:ext cx="4038600" cy="4525963"/>
          </ns1:xfrm>
        </ns0:spPr>
        <ns0:txBody>
          <ns1:bodyPr/>
          <ns1:lstStyle>
            <ns1:lvl1pPr>
              <ns1:defRPr sz="2800"/>
            </ns1:lvl1pPr>
            <ns1:lvl2pPr>
              <ns1:defRPr sz="2400"/>
            </ns1:lvl2pPr>
            <ns1:lvl3pPr>
              <ns1:defRPr sz="2000"/>
            </ns1:lvl3pPr>
            <ns1:lvl4pPr>
              <ns1:defRPr sz="1800"/>
            </ns1:lvl4pPr>
            <ns1:lvl5pPr>
              <ns1:defRPr sz="1800"/>
            </ns1:lvl5pPr>
            <ns1:lvl6pPr>
              <ns1:defRPr sz="1800"/>
            </ns1:lvl6pPr>
            <ns1:lvl7pPr>
              <ns1:defRPr sz="1800"/>
            </ns1:lvl7pPr>
            <ns1:lvl8pPr>
              <ns1:defRPr sz="1800"/>
            </ns1:lvl8pPr>
            <ns1:lvl9pPr>
              <ns1:defRPr sz="1800"/>
            </ns1:lvl9pPr>
          </ns1:lstStyle>
          <ns1:p>
            <ns1:pPr lvl="0"/>
            <ns1:r>
              <ns1:rPr lang="en-US" smtClean="0"/>
              <ns1:t>Click to edit Master text styles</ns1:t>
            </ns1:r>
          </ns1:p>
          <ns1:p>
            <ns1:pPr lvl="1"/>
            <ns1:r>
              <ns1:rPr lang="en-US" smtClean="0"/>
              <ns1:t>Second level</ns1:t>
            </ns1:r>
          </ns1:p>
          <ns1:p>
            <ns1:pPr lvl="2"/>
            <ns1:r>
              <ns1:rPr lang="en-US" smtClean="0"/>
              <ns1:t>Third level</ns1:t>
            </ns1:r>
          </ns1:p>
          <ns1:p>
            <ns1:pPr lvl="3"/>
            <ns1:r>
              <ns1:rPr lang="en-US" smtClean="0"/>
              <ns1:t>Fourth level</ns1:t>
            </ns1:r>
          </ns1:p>
          <ns1:p>
            <ns1:pPr lvl="4"/>
            <ns1:r>
              <ns1:rPr lang="en-US" smtClean="0"/>
              <ns1:t>Fifth level</ns1:t>
            </ns1:r>
            <ns1:endParaRPr lang="en-US"/>
          </ns1:p>
        </ns0:txBody>
      </ns0:sp>
      <ns0:sp>
        <ns0:nvSpPr>
          <ns0:cNvPr id="4" name="Content Placeholder 3"/>
          <ns0:cNvSpPr>
            <ns1:spLocks noGrp="1"/>
          </ns0:cNvSpPr>
          <ns0:nvPr>
            <ns0:ph sz="half" idx="2"/>
          </ns0:nvPr>
        </ns0:nvSpPr>
        <ns0:spPr>
          <ns1:xfrm>
            <ns1:off x="4648200" y="1600200"/>
            <ns1:ext cx="4038600" cy="4525963"/>
          </ns1:xfrm>
        </ns0:spPr>
        <ns0:txBody>
          <ns1:bodyPr/>
          <ns1:lstStyle>
            <ns1:lvl1pPr>
              <ns1:defRPr sz="2800"/>
            </ns1:lvl1pPr>
            <ns1:lvl2pPr>
              <ns1:defRPr sz="2400"/>
            </ns1:lvl2pPr>
            <ns1:lvl3pPr>
              <ns1:defRPr sz="2000"/>
            </ns1:lvl3pPr>
            <ns1:lvl4pPr>
              <ns1:defRPr sz="1800"/>
            </ns1:lvl4pPr>
            <ns1:lvl5pPr>
              <ns1:defRPr sz="1800"/>
            </ns1:lvl5pPr>
            <ns1:lvl6pPr>
              <ns1:defRPr sz="1800"/>
            </ns1:lvl6pPr>
            <ns1:lvl7pPr>
              <ns1:defRPr sz="1800"/>
            </ns1:lvl7pPr>
            <ns1:lvl8pPr>
              <ns1:defRPr sz="1800"/>
            </ns1:lvl8pPr>
            <ns1:lvl9pPr>
              <ns1:defRPr sz="1800"/>
            </ns1:lvl9pPr>
          </ns1:lstStyle>
          <ns1:p>
            <ns1:pPr lvl="0"/>
            <ns1:r>
              <ns1:rPr lang="en-US" smtClean="0"/>
              <ns1:t>Click to edit Master text styles</ns1:t>
            </ns1:r>
          </ns1:p>
          <ns1:p>
            <ns1:pPr lvl="1"/>
            <ns1:r>
              <ns1:rPr lang="en-US" smtClean="0"/>
              <ns1:t>Second level</ns1:t>
            </ns1:r>
          </ns1:p>
          <ns1:p>
            <ns1:pPr lvl="2"/>
            <ns1:r>
              <ns1:rPr lang="en-US" smtClean="0"/>
              <ns1:t>Third level</ns1:t>
            </ns1:r>
          </ns1:p>
          <ns1:p>
            <ns1:pPr lvl="3"/>
            <ns1:r>
              <ns1:rPr lang="en-US" smtClean="0"/>
              <ns1:t>Fourth level</ns1:t>
            </ns1:r>
          </ns1:p>
          <ns1:p>
            <ns1:pPr lvl="4"/>
            <ns1:r>
              <ns1:rPr lang="en-US" smtClean="0"/>
              <ns1:t>Fifth level</ns1:t>
            </ns1:r>
            <ns1:endParaRPr lang="en-US"/>
          </ns1:p>
        </ns0:txBody>
      </ns0:sp>
      <ns0:sp>
        <ns0:nvSpPr>
          <ns0:cNvPr id="5" name="Date Placeholder 4"/>
          <ns0:cNvSpPr>
            <ns1:spLocks noGrp="1"/>
          </ns0:cNvSpPr>
          <ns0:nvPr>
            <ns0:ph type="dt" sz="half" idx="10"/>
          </ns0:nvPr>
        </ns0:nvSpPr>
        <ns0:spPr/>
        <ns0:txBody>
          <ns1:bodyPr/>
          <ns1:lstStyle/>
          <ns1:p>
            <ns1:fld id="{5BCAD085-E8A6-8845-BD4E-CB4CCA059FC4}" type="datetimeFigureOut">
              <ns1:rPr lang="en-US" smtClean="0"/>
              <ns1:t>1/27/13</ns1:t>
            </ns1:fld>
            <ns1:endParaRPr lang="en-US"/>
          </ns1:p>
        </ns0:txBody>
      </ns0:sp>
      <ns0:sp>
        <ns0:nvSpPr>
          <ns0:cNvPr id="6" name="Footer Placeholder 5"/>
          <ns0:cNvSpPr>
            <ns1:spLocks noGrp="1"/>
          </ns0:cNvSpPr>
          <ns0:nvPr>
            <ns0:ph type="ftr" sz="quarter" idx="11"/>
          </ns0:nvPr>
        </ns0:nvSpPr>
        <ns0:spPr/>
        <ns0:txBody>
          <ns1:bodyPr/>
          <ns1:lstStyle/>
          <ns1:p>
            <ns1:endParaRPr lang="en-US"/>
          </ns1:p>
        </ns0:txBody>
      </ns0:sp>
      <ns0:sp>
        <ns0:nvSpPr>
          <ns0:cNvPr id="7" name="Slide Number Placeholder 6"/>
          <ns0:cNvSpPr>
            <ns1:spLocks noGrp="1"/>
          </ns0:cNvSpPr>
          <ns0:nvPr>
            <ns0:ph type="sldNum" sz="quarter" idx="12"/>
          </ns0:nvPr>
        </ns0:nvSpPr>
        <ns0:spPr/>
        <ns0:txBody>
          <ns1:bodyPr/>
          <ns1:lstStyle/>
          <ns1:p>
            <ns1:fld id="{C1FF6DA9-008F-8B48-92A6-B652298478BF}" type="slidenum">
              <ns1:rPr lang="en-US" smtClean="0"/>
              <ns1:t>‹#›</ns1:t>
            </ns1:fld>
            <ns1:endParaRPr lang="en-US"/>
          </ns1:p>
        </ns0:txBody>
      </ns0:sp>
    </ns0:spTree>
    <ns0:extLst>
      <ns0:ext uri="{BB962C8B-B14F-4D97-AF65-F5344CB8AC3E}">
        <ns2:creationId val="2782244947"/>
      </ns0:ext>
    </ns0:extLst>
  </ns0:cSld>
  <ns0:clrMapOvr>
    <ns1:masterClrMapping/>
  </ns0:clrMapOvr>
</ns0:sldLayout>
</file>

<file path=ppt/slideLayouts/slideLayout5.xml><?xml version="1.0" encoding="utf-8"?>
<ns0:sldLayout xmlns:ns0="http://schemas.openxmlformats.org/presentationml/2006/main" xmlns:ns1="http://schemas.openxmlformats.org/drawingml/2006/main" xmlns:ns2="http://schemas.microsoft.com/office/powerpoint/2010/main" type="twoTxTwoObj" preserve="1">
  <ns0:cSld name="Comparison"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sp>
        <ns0:nvSpPr>
          <ns0:cNvPr id="2" name="Title 1"/>
          <ns0:cNvSpPr>
            <ns1:spLocks noGrp="1"/>
          </ns0:cNvSpPr>
          <ns0:nvPr>
            <ns0:ph type="title"/>
          </ns0:nvPr>
        </ns0:nvSpPr>
        <ns0:spPr/>
        <ns0:txBody>
          <ns1:bodyPr/>
          <ns1:lstStyle>
            <ns1:lvl1pPr>
              <ns1:defRPr/>
            </ns1:lvl1pPr>
          </ns1:lstStyle>
          <ns1:p>
            <ns1:r>
              <ns1:rPr lang="en-US" smtClean="0"/>
              <ns1:t>Click to edit Master title style</ns1:t>
            </ns1:r>
            <ns1:endParaRPr lang="en-US"/>
          </ns1:p>
        </ns0:txBody>
      </ns0:sp>
      <ns0:sp>
        <ns0:nvSpPr>
          <ns0:cNvPr id="3" name="Text Placeholder 2"/>
          <ns0:cNvSpPr>
            <ns1:spLocks noGrp="1"/>
          </ns0:cNvSpPr>
          <ns0:nvPr>
            <ns0:ph type="body" idx="1"/>
          </ns0:nvPr>
        </ns0:nvSpPr>
        <ns0:spPr>
          <ns1:xfrm>
            <ns1:off x="457200" y="1535113"/>
            <ns1:ext cx="4040188" cy="639762"/>
          </ns1:xfrm>
        </ns0:spPr>
        <ns0:txBody>
          <ns1:bodyPr anchor="b"/>
          <ns1:lstStyle>
            <ns1:lvl1pPr marL="0" indent="0">
              <ns1:buNone/>
              <ns1:defRPr sz="2400" b="1"/>
            </ns1:lvl1pPr>
            <ns1:lvl2pPr marL="457200" indent="0">
              <ns1:buNone/>
              <ns1:defRPr sz="2000" b="1"/>
            </ns1:lvl2pPr>
            <ns1:lvl3pPr marL="914400" indent="0">
              <ns1:buNone/>
              <ns1:defRPr sz="1800" b="1"/>
            </ns1:lvl3pPr>
            <ns1:lvl4pPr marL="1371600" indent="0">
              <ns1:buNone/>
              <ns1:defRPr sz="1600" b="1"/>
            </ns1:lvl4pPr>
            <ns1:lvl5pPr marL="1828800" indent="0">
              <ns1:buNone/>
              <ns1:defRPr sz="1600" b="1"/>
            </ns1:lvl5pPr>
            <ns1:lvl6pPr marL="2286000" indent="0">
              <ns1:buNone/>
              <ns1:defRPr sz="1600" b="1"/>
            </ns1:lvl6pPr>
            <ns1:lvl7pPr marL="2743200" indent="0">
              <ns1:buNone/>
              <ns1:defRPr sz="1600" b="1"/>
            </ns1:lvl7pPr>
            <ns1:lvl8pPr marL="3200400" indent="0">
              <ns1:buNone/>
              <ns1:defRPr sz="1600" b="1"/>
            </ns1:lvl8pPr>
            <ns1:lvl9pPr marL="3657600" indent="0">
              <ns1:buNone/>
              <ns1:defRPr sz="1600" b="1"/>
            </ns1:lvl9pPr>
          </ns1:lstStyle>
          <ns1:p>
            <ns1:pPr lvl="0"/>
            <ns1:r>
              <ns1:rPr lang="en-US" smtClean="0"/>
              <ns1:t>Click to edit Master text styles</ns1:t>
            </ns1:r>
          </ns1:p>
        </ns0:txBody>
      </ns0:sp>
      <ns0:sp>
        <ns0:nvSpPr>
          <ns0:cNvPr id="4" name="Content Placeholder 3"/>
          <ns0:cNvSpPr>
            <ns1:spLocks noGrp="1"/>
          </ns0:cNvSpPr>
          <ns0:nvPr>
            <ns0:ph sz="half" idx="2"/>
          </ns0:nvPr>
        </ns0:nvSpPr>
        <ns0:spPr>
          <ns1:xfrm>
            <ns1:off x="457200" y="2174875"/>
            <ns1:ext cx="4040188" cy="3951288"/>
          </ns1:xfrm>
        </ns0:spPr>
        <ns0:txBody>
          <ns1:bodyPr/>
          <ns1:lstStyle>
            <ns1:lvl1pPr>
              <ns1:defRPr sz="2400"/>
            </ns1:lvl1pPr>
            <ns1:lvl2pPr>
              <ns1:defRPr sz="2000"/>
            </ns1:lvl2pPr>
            <ns1:lvl3pPr>
              <ns1:defRPr sz="1800"/>
            </ns1:lvl3pPr>
            <ns1:lvl4pPr>
              <ns1:defRPr sz="1600"/>
            </ns1:lvl4pPr>
            <ns1:lvl5pPr>
              <ns1:defRPr sz="1600"/>
            </ns1:lvl5pPr>
            <ns1:lvl6pPr>
              <ns1:defRPr sz="1600"/>
            </ns1:lvl6pPr>
            <ns1:lvl7pPr>
              <ns1:defRPr sz="1600"/>
            </ns1:lvl7pPr>
            <ns1:lvl8pPr>
              <ns1:defRPr sz="1600"/>
            </ns1:lvl8pPr>
            <ns1:lvl9pPr>
              <ns1:defRPr sz="1600"/>
            </ns1:lvl9pPr>
          </ns1:lstStyle>
          <ns1:p>
            <ns1:pPr lvl="0"/>
            <ns1:r>
              <ns1:rPr lang="en-US" smtClean="0"/>
              <ns1:t>Click to edit Master text styles</ns1:t>
            </ns1:r>
          </ns1:p>
          <ns1:p>
            <ns1:pPr lvl="1"/>
            <ns1:r>
              <ns1:rPr lang="en-US" smtClean="0"/>
              <ns1:t>Second level</ns1:t>
            </ns1:r>
          </ns1:p>
          <ns1:p>
            <ns1:pPr lvl="2"/>
            <ns1:r>
              <ns1:rPr lang="en-US" smtClean="0"/>
              <ns1:t>Third level</ns1:t>
            </ns1:r>
          </ns1:p>
          <ns1:p>
            <ns1:pPr lvl="3"/>
            <ns1:r>
              <ns1:rPr lang="en-US" smtClean="0"/>
              <ns1:t>Fourth level</ns1:t>
            </ns1:r>
          </ns1:p>
          <ns1:p>
            <ns1:pPr lvl="4"/>
            <ns1:r>
              <ns1:rPr lang="en-US" smtClean="0"/>
              <ns1:t>Fifth level</ns1:t>
            </ns1:r>
            <ns1:endParaRPr lang="en-US"/>
          </ns1:p>
        </ns0:txBody>
      </ns0:sp>
      <ns0:sp>
        <ns0:nvSpPr>
          <ns0:cNvPr id="5" name="Text Placeholder 4"/>
          <ns0:cNvSpPr>
            <ns1:spLocks noGrp="1"/>
          </ns0:cNvSpPr>
          <ns0:nvPr>
            <ns0:ph type="body" sz="quarter" idx="3"/>
          </ns0:nvPr>
        </ns0:nvSpPr>
        <ns0:spPr>
          <ns1:xfrm>
            <ns1:off x="4645025" y="1535113"/>
            <ns1:ext cx="4041775" cy="639762"/>
          </ns1:xfrm>
        </ns0:spPr>
        <ns0:txBody>
          <ns1:bodyPr anchor="b"/>
          <ns1:lstStyle>
            <ns1:lvl1pPr marL="0" indent="0">
              <ns1:buNone/>
              <ns1:defRPr sz="2400" b="1"/>
            </ns1:lvl1pPr>
            <ns1:lvl2pPr marL="457200" indent="0">
              <ns1:buNone/>
              <ns1:defRPr sz="2000" b="1"/>
            </ns1:lvl2pPr>
            <ns1:lvl3pPr marL="914400" indent="0">
              <ns1:buNone/>
              <ns1:defRPr sz="1800" b="1"/>
            </ns1:lvl3pPr>
            <ns1:lvl4pPr marL="1371600" indent="0">
              <ns1:buNone/>
              <ns1:defRPr sz="1600" b="1"/>
            </ns1:lvl4pPr>
            <ns1:lvl5pPr marL="1828800" indent="0">
              <ns1:buNone/>
              <ns1:defRPr sz="1600" b="1"/>
            </ns1:lvl5pPr>
            <ns1:lvl6pPr marL="2286000" indent="0">
              <ns1:buNone/>
              <ns1:defRPr sz="1600" b="1"/>
            </ns1:lvl6pPr>
            <ns1:lvl7pPr marL="2743200" indent="0">
              <ns1:buNone/>
              <ns1:defRPr sz="1600" b="1"/>
            </ns1:lvl7pPr>
            <ns1:lvl8pPr marL="3200400" indent="0">
              <ns1:buNone/>
              <ns1:defRPr sz="1600" b="1"/>
            </ns1:lvl8pPr>
            <ns1:lvl9pPr marL="3657600" indent="0">
              <ns1:buNone/>
              <ns1:defRPr sz="1600" b="1"/>
            </ns1:lvl9pPr>
          </ns1:lstStyle>
          <ns1:p>
            <ns1:pPr lvl="0"/>
            <ns1:r>
              <ns1:rPr lang="en-US" smtClean="0"/>
              <ns1:t>Click to edit Master text styles</ns1:t>
            </ns1:r>
          </ns1:p>
        </ns0:txBody>
      </ns0:sp>
      <ns0:sp>
        <ns0:nvSpPr>
          <ns0:cNvPr id="6" name="Content Placeholder 5"/>
          <ns0:cNvSpPr>
            <ns1:spLocks noGrp="1"/>
          </ns0:cNvSpPr>
          <ns0:nvPr>
            <ns0:ph sz="quarter" idx="4"/>
          </ns0:nvPr>
        </ns0:nvSpPr>
        <ns0:spPr>
          <ns1:xfrm>
            <ns1:off x="4645025" y="2174875"/>
            <ns1:ext cx="4041775" cy="3951288"/>
          </ns1:xfrm>
        </ns0:spPr>
        <ns0:txBody>
          <ns1:bodyPr/>
          <ns1:lstStyle>
            <ns1:lvl1pPr>
              <ns1:defRPr sz="2400"/>
            </ns1:lvl1pPr>
            <ns1:lvl2pPr>
              <ns1:defRPr sz="2000"/>
            </ns1:lvl2pPr>
            <ns1:lvl3pPr>
              <ns1:defRPr sz="1800"/>
            </ns1:lvl3pPr>
            <ns1:lvl4pPr>
              <ns1:defRPr sz="1600"/>
            </ns1:lvl4pPr>
            <ns1:lvl5pPr>
              <ns1:defRPr sz="1600"/>
            </ns1:lvl5pPr>
            <ns1:lvl6pPr>
              <ns1:defRPr sz="1600"/>
            </ns1:lvl6pPr>
            <ns1:lvl7pPr>
              <ns1:defRPr sz="1600"/>
            </ns1:lvl7pPr>
            <ns1:lvl8pPr>
              <ns1:defRPr sz="1600"/>
            </ns1:lvl8pPr>
            <ns1:lvl9pPr>
              <ns1:defRPr sz="1600"/>
            </ns1:lvl9pPr>
          </ns1:lstStyle>
          <ns1:p>
            <ns1:pPr lvl="0"/>
            <ns1:r>
              <ns1:rPr lang="en-US" smtClean="0"/>
              <ns1:t>Click to edit Master text styles</ns1:t>
            </ns1:r>
          </ns1:p>
          <ns1:p>
            <ns1:pPr lvl="1"/>
            <ns1:r>
              <ns1:rPr lang="en-US" smtClean="0"/>
              <ns1:t>Second level</ns1:t>
            </ns1:r>
          </ns1:p>
          <ns1:p>
            <ns1:pPr lvl="2"/>
            <ns1:r>
              <ns1:rPr lang="en-US" smtClean="0"/>
              <ns1:t>Third level</ns1:t>
            </ns1:r>
          </ns1:p>
          <ns1:p>
            <ns1:pPr lvl="3"/>
            <ns1:r>
              <ns1:rPr lang="en-US" smtClean="0"/>
              <ns1:t>Fourth level</ns1:t>
            </ns1:r>
          </ns1:p>
          <ns1:p>
            <ns1:pPr lvl="4"/>
            <ns1:r>
              <ns1:rPr lang="en-US" smtClean="0"/>
              <ns1:t>Fifth level</ns1:t>
            </ns1:r>
            <ns1:endParaRPr lang="en-US"/>
          </ns1:p>
        </ns0:txBody>
      </ns0:sp>
      <ns0:sp>
        <ns0:nvSpPr>
          <ns0:cNvPr id="7" name="Date Placeholder 6"/>
          <ns0:cNvSpPr>
            <ns1:spLocks noGrp="1"/>
          </ns0:cNvSpPr>
          <ns0:nvPr>
            <ns0:ph type="dt" sz="half" idx="10"/>
          </ns0:nvPr>
        </ns0:nvSpPr>
        <ns0:spPr/>
        <ns0:txBody>
          <ns1:bodyPr/>
          <ns1:lstStyle/>
          <ns1:p>
            <ns1:fld id="{5BCAD085-E8A6-8845-BD4E-CB4CCA059FC4}" type="datetimeFigureOut">
              <ns1:rPr lang="en-US" smtClean="0"/>
              <ns1:t>1/27/13</ns1:t>
            </ns1:fld>
            <ns1:endParaRPr lang="en-US"/>
          </ns1:p>
        </ns0:txBody>
      </ns0:sp>
      <ns0:sp>
        <ns0:nvSpPr>
          <ns0:cNvPr id="8" name="Footer Placeholder 7"/>
          <ns0:cNvSpPr>
            <ns1:spLocks noGrp="1"/>
          </ns0:cNvSpPr>
          <ns0:nvPr>
            <ns0:ph type="ftr" sz="quarter" idx="11"/>
          </ns0:nvPr>
        </ns0:nvSpPr>
        <ns0:spPr/>
        <ns0:txBody>
          <ns1:bodyPr/>
          <ns1:lstStyle/>
          <ns1:p>
            <ns1:endParaRPr lang="en-US"/>
          </ns1:p>
        </ns0:txBody>
      </ns0:sp>
      <ns0:sp>
        <ns0:nvSpPr>
          <ns0:cNvPr id="9" name="Slide Number Placeholder 8"/>
          <ns0:cNvSpPr>
            <ns1:spLocks noGrp="1"/>
          </ns0:cNvSpPr>
          <ns0:nvPr>
            <ns0:ph type="sldNum" sz="quarter" idx="12"/>
          </ns0:nvPr>
        </ns0:nvSpPr>
        <ns0:spPr/>
        <ns0:txBody>
          <ns1:bodyPr/>
          <ns1:lstStyle/>
          <ns1:p>
            <ns1:fld id="{C1FF6DA9-008F-8B48-92A6-B652298478BF}" type="slidenum">
              <ns1:rPr lang="en-US" smtClean="0"/>
              <ns1:t>‹#›</ns1:t>
            </ns1:fld>
            <ns1:endParaRPr lang="en-US"/>
          </ns1:p>
        </ns0:txBody>
      </ns0:sp>
    </ns0:spTree>
    <ns0:extLst>
      <ns0:ext uri="{BB962C8B-B14F-4D97-AF65-F5344CB8AC3E}">
        <ns2:creationId val="990158736"/>
      </ns0:ext>
    </ns0:extLst>
  </ns0:cSld>
  <ns0:clrMapOvr>
    <ns1:masterClrMapping/>
  </ns0:clrMapOvr>
</ns0:sldLayout>
</file>

<file path=ppt/slideLayouts/slideLayout6.xml><?xml version="1.0" encoding="utf-8"?>
<ns0:sldLayout xmlns:ns0="http://schemas.openxmlformats.org/presentationml/2006/main" xmlns:ns1="http://schemas.openxmlformats.org/drawingml/2006/main" xmlns:ns2="http://schemas.microsoft.com/office/powerpoint/2010/main" type="titleOnly" preserve="1">
  <ns0:cSld name="Title Only"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sp>
        <ns0:nvSpPr>
          <ns0:cNvPr id="2" name="Title 1"/>
          <ns0:cNvSpPr>
            <ns1:spLocks noGrp="1"/>
          </ns0:cNvSpPr>
          <ns0:nvPr>
            <ns0:ph type="title"/>
          </ns0:nvPr>
        </ns0:nvSpPr>
        <ns0:spPr/>
        <ns0:txBody>
          <ns1:bodyPr/>
          <ns1:lstStyle/>
          <ns1:p>
            <ns1:r>
              <ns1:rPr lang="en-US" smtClean="0"/>
              <ns1:t>Click to edit Master title style</ns1:t>
            </ns1:r>
            <ns1:endParaRPr lang="en-US"/>
          </ns1:p>
        </ns0:txBody>
      </ns0:sp>
      <ns0:sp>
        <ns0:nvSpPr>
          <ns0:cNvPr id="3" name="Date Placeholder 2"/>
          <ns0:cNvSpPr>
            <ns1:spLocks noGrp="1"/>
          </ns0:cNvSpPr>
          <ns0:nvPr>
            <ns0:ph type="dt" sz="half" idx="10"/>
          </ns0:nvPr>
        </ns0:nvSpPr>
        <ns0:spPr/>
        <ns0:txBody>
          <ns1:bodyPr/>
          <ns1:lstStyle/>
          <ns1:p>
            <ns1:fld id="{5BCAD085-E8A6-8845-BD4E-CB4CCA059FC4}" type="datetimeFigureOut">
              <ns1:rPr lang="en-US" smtClean="0"/>
              <ns1:t>1/27/13</ns1:t>
            </ns1:fld>
            <ns1:endParaRPr lang="en-US"/>
          </ns1:p>
        </ns0:txBody>
      </ns0:sp>
      <ns0:sp>
        <ns0:nvSpPr>
          <ns0:cNvPr id="4" name="Footer Placeholder 3"/>
          <ns0:cNvSpPr>
            <ns1:spLocks noGrp="1"/>
          </ns0:cNvSpPr>
          <ns0:nvPr>
            <ns0:ph type="ftr" sz="quarter" idx="11"/>
          </ns0:nvPr>
        </ns0:nvSpPr>
        <ns0:spPr/>
        <ns0:txBody>
          <ns1:bodyPr/>
          <ns1:lstStyle/>
          <ns1:p>
            <ns1:endParaRPr lang="en-US"/>
          </ns1:p>
        </ns0:txBody>
      </ns0:sp>
      <ns0:sp>
        <ns0:nvSpPr>
          <ns0:cNvPr id="5" name="Slide Number Placeholder 4"/>
          <ns0:cNvSpPr>
            <ns1:spLocks noGrp="1"/>
          </ns0:cNvSpPr>
          <ns0:nvPr>
            <ns0:ph type="sldNum" sz="quarter" idx="12"/>
          </ns0:nvPr>
        </ns0:nvSpPr>
        <ns0:spPr/>
        <ns0:txBody>
          <ns1:bodyPr/>
          <ns1:lstStyle/>
          <ns1:p>
            <ns1:fld id="{C1FF6DA9-008F-8B48-92A6-B652298478BF}" type="slidenum">
              <ns1:rPr lang="en-US" smtClean="0"/>
              <ns1:t>‹#›</ns1:t>
            </ns1:fld>
            <ns1:endParaRPr lang="en-US"/>
          </ns1:p>
        </ns0:txBody>
      </ns0:sp>
    </ns0:spTree>
    <ns0:extLst>
      <ns0:ext uri="{BB962C8B-B14F-4D97-AF65-F5344CB8AC3E}">
        <ns2:creationId val="727027711"/>
      </ns0:ext>
    </ns0:extLst>
  </ns0:cSld>
  <ns0:clrMapOvr>
    <ns1:masterClrMapping/>
  </ns0:clrMapOvr>
</ns0:sldLayout>
</file>

<file path=ppt/slideLayouts/slideLayout7.xml><?xml version="1.0" encoding="utf-8"?>
<ns0:sldLayout xmlns:ns0="http://schemas.openxmlformats.org/presentationml/2006/main" xmlns:ns1="http://schemas.openxmlformats.org/drawingml/2006/main" xmlns:ns2="http://schemas.microsoft.com/office/powerpoint/2010/main" type="blank" preserve="1">
  <ns0:cSld name="Blank"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sp>
        <ns0:nvSpPr>
          <ns0:cNvPr id="2" name="Date Placeholder 1"/>
          <ns0:cNvSpPr>
            <ns1:spLocks noGrp="1"/>
          </ns0:cNvSpPr>
          <ns0:nvPr>
            <ns0:ph type="dt" sz="half" idx="10"/>
          </ns0:nvPr>
        </ns0:nvSpPr>
        <ns0:spPr/>
        <ns0:txBody>
          <ns1:bodyPr/>
          <ns1:lstStyle/>
          <ns1:p>
            <ns1:fld id="{5BCAD085-E8A6-8845-BD4E-CB4CCA059FC4}" type="datetimeFigureOut">
              <ns1:rPr lang="en-US" smtClean="0"/>
              <ns1:t>1/27/13</ns1:t>
            </ns1:fld>
            <ns1:endParaRPr lang="en-US"/>
          </ns1:p>
        </ns0:txBody>
      </ns0:sp>
      <ns0:sp>
        <ns0:nvSpPr>
          <ns0:cNvPr id="3" name="Footer Placeholder 2"/>
          <ns0:cNvSpPr>
            <ns1:spLocks noGrp="1"/>
          </ns0:cNvSpPr>
          <ns0:nvPr>
            <ns0:ph type="ftr" sz="quarter" idx="11"/>
          </ns0:nvPr>
        </ns0:nvSpPr>
        <ns0:spPr/>
        <ns0:txBody>
          <ns1:bodyPr/>
          <ns1:lstStyle/>
          <ns1:p>
            <ns1:endParaRPr lang="en-US"/>
          </ns1:p>
        </ns0:txBody>
      </ns0:sp>
      <ns0:sp>
        <ns0:nvSpPr>
          <ns0:cNvPr id="4" name="Slide Number Placeholder 3"/>
          <ns0:cNvSpPr>
            <ns1:spLocks noGrp="1"/>
          </ns0:cNvSpPr>
          <ns0:nvPr>
            <ns0:ph type="sldNum" sz="quarter" idx="12"/>
          </ns0:nvPr>
        </ns0:nvSpPr>
        <ns0:spPr/>
        <ns0:txBody>
          <ns1:bodyPr/>
          <ns1:lstStyle/>
          <ns1:p>
            <ns1:fld id="{C1FF6DA9-008F-8B48-92A6-B652298478BF}" type="slidenum">
              <ns1:rPr lang="en-US" smtClean="0"/>
              <ns1:t>‹#›</ns1:t>
            </ns1:fld>
            <ns1:endParaRPr lang="en-US"/>
          </ns1:p>
        </ns0:txBody>
      </ns0:sp>
    </ns0:spTree>
    <ns0:extLst>
      <ns0:ext uri="{BB962C8B-B14F-4D97-AF65-F5344CB8AC3E}">
        <ns2:creationId val="1212999818"/>
      </ns0:ext>
    </ns0:extLst>
  </ns0:cSld>
  <ns0:clrMapOvr>
    <ns1:masterClrMapping/>
  </ns0:clrMapOvr>
</ns0:sldLayout>
</file>

<file path=ppt/slideLayouts/slideLayout8.xml><?xml version="1.0" encoding="utf-8"?>
<ns0:sldLayout xmlns:ns0="http://schemas.openxmlformats.org/presentationml/2006/main" xmlns:ns1="http://schemas.openxmlformats.org/drawingml/2006/main" xmlns:ns2="http://schemas.microsoft.com/office/powerpoint/2010/main" type="objTx" preserve="1">
  <ns0:cSld name="Content with Caption"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sp>
        <ns0:nvSpPr>
          <ns0:cNvPr id="2" name="Title 1"/>
          <ns0:cNvSpPr>
            <ns1:spLocks noGrp="1"/>
          </ns0:cNvSpPr>
          <ns0:nvPr>
            <ns0:ph type="title"/>
          </ns0:nvPr>
        </ns0:nvSpPr>
        <ns0:spPr>
          <ns1:xfrm>
            <ns1:off x="457200" y="273050"/>
            <ns1:ext cx="3008313" cy="1162050"/>
          </ns1:xfrm>
        </ns0:spPr>
        <ns0:txBody>
          <ns1:bodyPr anchor="b"/>
          <ns1:lstStyle>
            <ns1:lvl1pPr algn="l">
              <ns1:defRPr sz="2000" b="1"/>
            </ns1:lvl1pPr>
          </ns1:lstStyle>
          <ns1:p>
            <ns1:r>
              <ns1:rPr lang="en-US" smtClean="0"/>
              <ns1:t>Click to edit Master title style</ns1:t>
            </ns1:r>
            <ns1:endParaRPr lang="en-US"/>
          </ns1:p>
        </ns0:txBody>
      </ns0:sp>
      <ns0:sp>
        <ns0:nvSpPr>
          <ns0:cNvPr id="3" name="Content Placeholder 2"/>
          <ns0:cNvSpPr>
            <ns1:spLocks noGrp="1"/>
          </ns0:cNvSpPr>
          <ns0:nvPr>
            <ns0:ph idx="1"/>
          </ns0:nvPr>
        </ns0:nvSpPr>
        <ns0:spPr>
          <ns1:xfrm>
            <ns1:off x="3575050" y="273050"/>
            <ns1:ext cx="5111750" cy="5853113"/>
          </ns1:xfrm>
        </ns0:spPr>
        <ns0:txBody>
          <ns1:bodyPr/>
          <ns1:lstStyle>
            <ns1:lvl1pPr>
              <ns1:defRPr sz="3200"/>
            </ns1:lvl1pPr>
            <ns1:lvl2pPr>
              <ns1:defRPr sz="2800"/>
            </ns1:lvl2pPr>
            <ns1:lvl3pPr>
              <ns1:defRPr sz="2400"/>
            </ns1:lvl3pPr>
            <ns1:lvl4pPr>
              <ns1:defRPr sz="2000"/>
            </ns1:lvl4pPr>
            <ns1:lvl5pPr>
              <ns1:defRPr sz="2000"/>
            </ns1:lvl5pPr>
            <ns1:lvl6pPr>
              <ns1:defRPr sz="2000"/>
            </ns1:lvl6pPr>
            <ns1:lvl7pPr>
              <ns1:defRPr sz="2000"/>
            </ns1:lvl7pPr>
            <ns1:lvl8pPr>
              <ns1:defRPr sz="2000"/>
            </ns1:lvl8pPr>
            <ns1:lvl9pPr>
              <ns1:defRPr sz="2000"/>
            </ns1:lvl9pPr>
          </ns1:lstStyle>
          <ns1:p>
            <ns1:pPr lvl="0"/>
            <ns1:r>
              <ns1:rPr lang="en-US" smtClean="0"/>
              <ns1:t>Click to edit Master text styles</ns1:t>
            </ns1:r>
          </ns1:p>
          <ns1:p>
            <ns1:pPr lvl="1"/>
            <ns1:r>
              <ns1:rPr lang="en-US" smtClean="0"/>
              <ns1:t>Second level</ns1:t>
            </ns1:r>
          </ns1:p>
          <ns1:p>
            <ns1:pPr lvl="2"/>
            <ns1:r>
              <ns1:rPr lang="en-US" smtClean="0"/>
              <ns1:t>Third level</ns1:t>
            </ns1:r>
          </ns1:p>
          <ns1:p>
            <ns1:pPr lvl="3"/>
            <ns1:r>
              <ns1:rPr lang="en-US" smtClean="0"/>
              <ns1:t>Fourth level</ns1:t>
            </ns1:r>
          </ns1:p>
          <ns1:p>
            <ns1:pPr lvl="4"/>
            <ns1:r>
              <ns1:rPr lang="en-US" smtClean="0"/>
              <ns1:t>Fifth level</ns1:t>
            </ns1:r>
            <ns1:endParaRPr lang="en-US"/>
          </ns1:p>
        </ns0:txBody>
      </ns0:sp>
      <ns0:sp>
        <ns0:nvSpPr>
          <ns0:cNvPr id="4" name="Text Placeholder 3"/>
          <ns0:cNvSpPr>
            <ns1:spLocks noGrp="1"/>
          </ns0:cNvSpPr>
          <ns0:nvPr>
            <ns0:ph type="body" sz="half" idx="2"/>
          </ns0:nvPr>
        </ns0:nvSpPr>
        <ns0:spPr>
          <ns1:xfrm>
            <ns1:off x="457200" y="1435100"/>
            <ns1:ext cx="3008313" cy="4691063"/>
          </ns1:xfrm>
        </ns0:spPr>
        <ns0:txBody>
          <ns1:bodyPr/>
          <ns1:lstStyle>
            <ns1:lvl1pPr marL="0" indent="0">
              <ns1:buNone/>
              <ns1:defRPr sz="1400"/>
            </ns1:lvl1pPr>
            <ns1:lvl2pPr marL="457200" indent="0">
              <ns1:buNone/>
              <ns1:defRPr sz="1200"/>
            </ns1:lvl2pPr>
            <ns1:lvl3pPr marL="914400" indent="0">
              <ns1:buNone/>
              <ns1:defRPr sz="1000"/>
            </ns1:lvl3pPr>
            <ns1:lvl4pPr marL="1371600" indent="0">
              <ns1:buNone/>
              <ns1:defRPr sz="900"/>
            </ns1:lvl4pPr>
            <ns1:lvl5pPr marL="1828800" indent="0">
              <ns1:buNone/>
              <ns1:defRPr sz="900"/>
            </ns1:lvl5pPr>
            <ns1:lvl6pPr marL="2286000" indent="0">
              <ns1:buNone/>
              <ns1:defRPr sz="900"/>
            </ns1:lvl6pPr>
            <ns1:lvl7pPr marL="2743200" indent="0">
              <ns1:buNone/>
              <ns1:defRPr sz="900"/>
            </ns1:lvl7pPr>
            <ns1:lvl8pPr marL="3200400" indent="0">
              <ns1:buNone/>
              <ns1:defRPr sz="900"/>
            </ns1:lvl8pPr>
            <ns1:lvl9pPr marL="3657600" indent="0">
              <ns1:buNone/>
              <ns1:defRPr sz="900"/>
            </ns1:lvl9pPr>
          </ns1:lstStyle>
          <ns1:p>
            <ns1:pPr lvl="0"/>
            <ns1:r>
              <ns1:rPr lang="en-US" smtClean="0"/>
              <ns1:t>Click to edit Master text styles</ns1:t>
            </ns1:r>
          </ns1:p>
        </ns0:txBody>
      </ns0:sp>
      <ns0:sp>
        <ns0:nvSpPr>
          <ns0:cNvPr id="5" name="Date Placeholder 4"/>
          <ns0:cNvSpPr>
            <ns1:spLocks noGrp="1"/>
          </ns0:cNvSpPr>
          <ns0:nvPr>
            <ns0:ph type="dt" sz="half" idx="10"/>
          </ns0:nvPr>
        </ns0:nvSpPr>
        <ns0:spPr/>
        <ns0:txBody>
          <ns1:bodyPr/>
          <ns1:lstStyle/>
          <ns1:p>
            <ns1:fld id="{5BCAD085-E8A6-8845-BD4E-CB4CCA059FC4}" type="datetimeFigureOut">
              <ns1:rPr lang="en-US" smtClean="0"/>
              <ns1:t>1/27/13</ns1:t>
            </ns1:fld>
            <ns1:endParaRPr lang="en-US"/>
          </ns1:p>
        </ns0:txBody>
      </ns0:sp>
      <ns0:sp>
        <ns0:nvSpPr>
          <ns0:cNvPr id="6" name="Footer Placeholder 5"/>
          <ns0:cNvSpPr>
            <ns1:spLocks noGrp="1"/>
          </ns0:cNvSpPr>
          <ns0:nvPr>
            <ns0:ph type="ftr" sz="quarter" idx="11"/>
          </ns0:nvPr>
        </ns0:nvSpPr>
        <ns0:spPr/>
        <ns0:txBody>
          <ns1:bodyPr/>
          <ns1:lstStyle/>
          <ns1:p>
            <ns1:endParaRPr lang="en-US"/>
          </ns1:p>
        </ns0:txBody>
      </ns0:sp>
      <ns0:sp>
        <ns0:nvSpPr>
          <ns0:cNvPr id="7" name="Slide Number Placeholder 6"/>
          <ns0:cNvSpPr>
            <ns1:spLocks noGrp="1"/>
          </ns0:cNvSpPr>
          <ns0:nvPr>
            <ns0:ph type="sldNum" sz="quarter" idx="12"/>
          </ns0:nvPr>
        </ns0:nvSpPr>
        <ns0:spPr/>
        <ns0:txBody>
          <ns1:bodyPr/>
          <ns1:lstStyle/>
          <ns1:p>
            <ns1:fld id="{C1FF6DA9-008F-8B48-92A6-B652298478BF}" type="slidenum">
              <ns1:rPr lang="en-US" smtClean="0"/>
              <ns1:t>‹#›</ns1:t>
            </ns1:fld>
            <ns1:endParaRPr lang="en-US"/>
          </ns1:p>
        </ns0:txBody>
      </ns0:sp>
    </ns0:spTree>
    <ns0:extLst>
      <ns0:ext uri="{BB962C8B-B14F-4D97-AF65-F5344CB8AC3E}">
        <ns2:creationId val="1840726560"/>
      </ns0:ext>
    </ns0:extLst>
  </ns0:cSld>
  <ns0:clrMapOvr>
    <ns1:masterClrMapping/>
  </ns0:clrMapOvr>
</ns0:sldLayout>
</file>

<file path=ppt/slideLayouts/slideLayout9.xml><?xml version="1.0" encoding="utf-8"?>
<ns0:sldLayout xmlns:ns0="http://schemas.openxmlformats.org/presentationml/2006/main" xmlns:ns1="http://schemas.openxmlformats.org/drawingml/2006/main" xmlns:ns2="http://schemas.microsoft.com/office/powerpoint/2010/main" type="picTx" preserve="1">
  <ns0:cSld name="Picture with Caption"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sp>
        <ns0:nvSpPr>
          <ns0:cNvPr id="2" name="Title 1"/>
          <ns0:cNvSpPr>
            <ns1:spLocks noGrp="1"/>
          </ns0:cNvSpPr>
          <ns0:nvPr>
            <ns0:ph type="title"/>
          </ns0:nvPr>
        </ns0:nvSpPr>
        <ns0:spPr>
          <ns1:xfrm>
            <ns1:off x="1792288" y="4800600"/>
            <ns1:ext cx="5486400" cy="566738"/>
          </ns1:xfrm>
        </ns0:spPr>
        <ns0:txBody>
          <ns1:bodyPr anchor="b"/>
          <ns1:lstStyle>
            <ns1:lvl1pPr algn="l">
              <ns1:defRPr sz="2000" b="1"/>
            </ns1:lvl1pPr>
          </ns1:lstStyle>
          <ns1:p>
            <ns1:r>
              <ns1:rPr lang="en-US" smtClean="0"/>
              <ns1:t>Click to edit Master title style</ns1:t>
            </ns1:r>
            <ns1:endParaRPr lang="en-US"/>
          </ns1:p>
        </ns0:txBody>
      </ns0:sp>
      <ns0:sp>
        <ns0:nvSpPr>
          <ns0:cNvPr id="3" name="Picture Placeholder 2"/>
          <ns0:cNvSpPr>
            <ns1:spLocks noGrp="1"/>
          </ns0:cNvSpPr>
          <ns0:nvPr>
            <ns0:ph type="pic" idx="1"/>
          </ns0:nvPr>
        </ns0:nvSpPr>
        <ns0:spPr>
          <ns1:xfrm>
            <ns1:off x="1792288" y="612775"/>
            <ns1:ext cx="5486400" cy="4114800"/>
          </ns1:xfrm>
        </ns0:spPr>
        <ns0:txBody>
          <ns1:bodyPr/>
          <ns1:lstStyle>
            <ns1:lvl1pPr marL="0" indent="0">
              <ns1:buNone/>
              <ns1:defRPr sz="3200"/>
            </ns1:lvl1pPr>
            <ns1:lvl2pPr marL="457200" indent="0">
              <ns1:buNone/>
              <ns1:defRPr sz="2800"/>
            </ns1:lvl2pPr>
            <ns1:lvl3pPr marL="914400" indent="0">
              <ns1:buNone/>
              <ns1:defRPr sz="2400"/>
            </ns1:lvl3pPr>
            <ns1:lvl4pPr marL="1371600" indent="0">
              <ns1:buNone/>
              <ns1:defRPr sz="2000"/>
            </ns1:lvl4pPr>
            <ns1:lvl5pPr marL="1828800" indent="0">
              <ns1:buNone/>
              <ns1:defRPr sz="2000"/>
            </ns1:lvl5pPr>
            <ns1:lvl6pPr marL="2286000" indent="0">
              <ns1:buNone/>
              <ns1:defRPr sz="2000"/>
            </ns1:lvl6pPr>
            <ns1:lvl7pPr marL="2743200" indent="0">
              <ns1:buNone/>
              <ns1:defRPr sz="2000"/>
            </ns1:lvl7pPr>
            <ns1:lvl8pPr marL="3200400" indent="0">
              <ns1:buNone/>
              <ns1:defRPr sz="2000"/>
            </ns1:lvl8pPr>
            <ns1:lvl9pPr marL="3657600" indent="0">
              <ns1:buNone/>
              <ns1:defRPr sz="2000"/>
            </ns1:lvl9pPr>
          </ns1:lstStyle>
          <ns1:p>
            <ns1:endParaRPr lang="en-US"/>
          </ns1:p>
        </ns0:txBody>
      </ns0:sp>
      <ns0:sp>
        <ns0:nvSpPr>
          <ns0:cNvPr id="4" name="Text Placeholder 3"/>
          <ns0:cNvSpPr>
            <ns1:spLocks noGrp="1"/>
          </ns0:cNvSpPr>
          <ns0:nvPr>
            <ns0:ph type="body" sz="half" idx="2"/>
          </ns0:nvPr>
        </ns0:nvSpPr>
        <ns0:spPr>
          <ns1:xfrm>
            <ns1:off x="1792288" y="5367338"/>
            <ns1:ext cx="5486400" cy="804862"/>
          </ns1:xfrm>
        </ns0:spPr>
        <ns0:txBody>
          <ns1:bodyPr/>
          <ns1:lstStyle>
            <ns1:lvl1pPr marL="0" indent="0">
              <ns1:buNone/>
              <ns1:defRPr sz="1400"/>
            </ns1:lvl1pPr>
            <ns1:lvl2pPr marL="457200" indent="0">
              <ns1:buNone/>
              <ns1:defRPr sz="1200"/>
            </ns1:lvl2pPr>
            <ns1:lvl3pPr marL="914400" indent="0">
              <ns1:buNone/>
              <ns1:defRPr sz="1000"/>
            </ns1:lvl3pPr>
            <ns1:lvl4pPr marL="1371600" indent="0">
              <ns1:buNone/>
              <ns1:defRPr sz="900"/>
            </ns1:lvl4pPr>
            <ns1:lvl5pPr marL="1828800" indent="0">
              <ns1:buNone/>
              <ns1:defRPr sz="900"/>
            </ns1:lvl5pPr>
            <ns1:lvl6pPr marL="2286000" indent="0">
              <ns1:buNone/>
              <ns1:defRPr sz="900"/>
            </ns1:lvl6pPr>
            <ns1:lvl7pPr marL="2743200" indent="0">
              <ns1:buNone/>
              <ns1:defRPr sz="900"/>
            </ns1:lvl7pPr>
            <ns1:lvl8pPr marL="3200400" indent="0">
              <ns1:buNone/>
              <ns1:defRPr sz="900"/>
            </ns1:lvl8pPr>
            <ns1:lvl9pPr marL="3657600" indent="0">
              <ns1:buNone/>
              <ns1:defRPr sz="900"/>
            </ns1:lvl9pPr>
          </ns1:lstStyle>
          <ns1:p>
            <ns1:pPr lvl="0"/>
            <ns1:r>
              <ns1:rPr lang="en-US" smtClean="0"/>
              <ns1:t>Click to edit Master text styles</ns1:t>
            </ns1:r>
          </ns1:p>
        </ns0:txBody>
      </ns0:sp>
      <ns0:sp>
        <ns0:nvSpPr>
          <ns0:cNvPr id="5" name="Date Placeholder 4"/>
          <ns0:cNvSpPr>
            <ns1:spLocks noGrp="1"/>
          </ns0:cNvSpPr>
          <ns0:nvPr>
            <ns0:ph type="dt" sz="half" idx="10"/>
          </ns0:nvPr>
        </ns0:nvSpPr>
        <ns0:spPr/>
        <ns0:txBody>
          <ns1:bodyPr/>
          <ns1:lstStyle/>
          <ns1:p>
            <ns1:fld id="{5BCAD085-E8A6-8845-BD4E-CB4CCA059FC4}" type="datetimeFigureOut">
              <ns1:rPr lang="en-US" smtClean="0"/>
              <ns1:t>1/27/13</ns1:t>
            </ns1:fld>
            <ns1:endParaRPr lang="en-US"/>
          </ns1:p>
        </ns0:txBody>
      </ns0:sp>
      <ns0:sp>
        <ns0:nvSpPr>
          <ns0:cNvPr id="6" name="Footer Placeholder 5"/>
          <ns0:cNvSpPr>
            <ns1:spLocks noGrp="1"/>
          </ns0:cNvSpPr>
          <ns0:nvPr>
            <ns0:ph type="ftr" sz="quarter" idx="11"/>
          </ns0:nvPr>
        </ns0:nvSpPr>
        <ns0:spPr/>
        <ns0:txBody>
          <ns1:bodyPr/>
          <ns1:lstStyle/>
          <ns1:p>
            <ns1:endParaRPr lang="en-US"/>
          </ns1:p>
        </ns0:txBody>
      </ns0:sp>
      <ns0:sp>
        <ns0:nvSpPr>
          <ns0:cNvPr id="7" name="Slide Number Placeholder 6"/>
          <ns0:cNvSpPr>
            <ns1:spLocks noGrp="1"/>
          </ns0:cNvSpPr>
          <ns0:nvPr>
            <ns0:ph type="sldNum" sz="quarter" idx="12"/>
          </ns0:nvPr>
        </ns0:nvSpPr>
        <ns0:spPr/>
        <ns0:txBody>
          <ns1:bodyPr/>
          <ns1:lstStyle/>
          <ns1:p>
            <ns1:fld id="{C1FF6DA9-008F-8B48-92A6-B652298478BF}" type="slidenum">
              <ns1:rPr lang="en-US" smtClean="0"/>
              <ns1:t>‹#›</ns1:t>
            </ns1:fld>
            <ns1:endParaRPr lang="en-US"/>
          </ns1:p>
        </ns0:txBody>
      </ns0:sp>
    </ns0:spTree>
    <ns0:extLst>
      <ns0:ext uri="{BB962C8B-B14F-4D97-AF65-F5344CB8AC3E}">
        <ns2:creationId val="3889236939"/>
      </ns0:ext>
    </ns0:extLst>
  </ns0:cSld>
  <ns0:clrMapOvr>
    <ns1:masterClrMapping/>
  </ns0:clrMapOvr>
</ns0:sldLayout>
</file>

<file path=ppt/slideLayouts/slideLayout10.xml><?xml version="1.0" encoding="utf-8"?>
<ns0:sldLayout xmlns:ns0="http://schemas.openxmlformats.org/presentationml/2006/main" xmlns:ns1="http://schemas.openxmlformats.org/drawingml/2006/main" xmlns:ns2="http://schemas.microsoft.com/office/powerpoint/2010/main" type="vertTx" preserve="1">
  <ns0:cSld name="Title and Vertical Text"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sp>
        <ns0:nvSpPr>
          <ns0:cNvPr id="2" name="Title 1"/>
          <ns0:cNvSpPr>
            <ns1:spLocks noGrp="1"/>
          </ns0:cNvSpPr>
          <ns0:nvPr>
            <ns0:ph type="title"/>
          </ns0:nvPr>
        </ns0:nvSpPr>
        <ns0:spPr/>
        <ns0:txBody>
          <ns1:bodyPr/>
          <ns1:lstStyle/>
          <ns1:p>
            <ns1:r>
              <ns1:rPr lang="en-US" smtClean="0"/>
              <ns1:t>Click to edit Master title style</ns1:t>
            </ns1:r>
            <ns1:endParaRPr lang="en-US"/>
          </ns1:p>
        </ns0:txBody>
      </ns0:sp>
      <ns0:sp>
        <ns0:nvSpPr>
          <ns0:cNvPr id="3" name="Vertical Text Placeholder 2"/>
          <ns0:cNvSpPr>
            <ns1:spLocks noGrp="1"/>
          </ns0:cNvSpPr>
          <ns0:nvPr>
            <ns0:ph type="body" orient="vert" idx="1"/>
          </ns0:nvPr>
        </ns0:nvSpPr>
        <ns0:spPr/>
        <ns0:txBody>
          <ns1:bodyPr vert="eaVert"/>
          <ns1:lstStyle/>
          <ns1:p>
            <ns1:pPr lvl="0"/>
            <ns1:r>
              <ns1:rPr lang="en-US" smtClean="0"/>
              <ns1:t>Click to edit Master text styles</ns1:t>
            </ns1:r>
          </ns1:p>
          <ns1:p>
            <ns1:pPr lvl="1"/>
            <ns1:r>
              <ns1:rPr lang="en-US" smtClean="0"/>
              <ns1:t>Second level</ns1:t>
            </ns1:r>
          </ns1:p>
          <ns1:p>
            <ns1:pPr lvl="2"/>
            <ns1:r>
              <ns1:rPr lang="en-US" smtClean="0"/>
              <ns1:t>Third level</ns1:t>
            </ns1:r>
          </ns1:p>
          <ns1:p>
            <ns1:pPr lvl="3"/>
            <ns1:r>
              <ns1:rPr lang="en-US" smtClean="0"/>
              <ns1:t>Fourth level</ns1:t>
            </ns1:r>
          </ns1:p>
          <ns1:p>
            <ns1:pPr lvl="4"/>
            <ns1:r>
              <ns1:rPr lang="en-US" smtClean="0"/>
              <ns1:t>Fifth level</ns1:t>
            </ns1:r>
            <ns1:endParaRPr lang="en-US"/>
          </ns1:p>
        </ns0:txBody>
      </ns0:sp>
      <ns0:sp>
        <ns0:nvSpPr>
          <ns0:cNvPr id="4" name="Date Placeholder 3"/>
          <ns0:cNvSpPr>
            <ns1:spLocks noGrp="1"/>
          </ns0:cNvSpPr>
          <ns0:nvPr>
            <ns0:ph type="dt" sz="half" idx="10"/>
          </ns0:nvPr>
        </ns0:nvSpPr>
        <ns0:spPr/>
        <ns0:txBody>
          <ns1:bodyPr/>
          <ns1:lstStyle/>
          <ns1:p>
            <ns1:fld id="{5BCAD085-E8A6-8845-BD4E-CB4CCA059FC4}" type="datetimeFigureOut">
              <ns1:rPr lang="en-US" smtClean="0"/>
              <ns1:t>1/27/13</ns1:t>
            </ns1:fld>
            <ns1:endParaRPr lang="en-US"/>
          </ns1:p>
        </ns0:txBody>
      </ns0:sp>
      <ns0:sp>
        <ns0:nvSpPr>
          <ns0:cNvPr id="5" name="Footer Placeholder 4"/>
          <ns0:cNvSpPr>
            <ns1:spLocks noGrp="1"/>
          </ns0:cNvSpPr>
          <ns0:nvPr>
            <ns0:ph type="ftr" sz="quarter" idx="11"/>
          </ns0:nvPr>
        </ns0:nvSpPr>
        <ns0:spPr/>
        <ns0:txBody>
          <ns1:bodyPr/>
          <ns1:lstStyle/>
          <ns1:p>
            <ns1:endParaRPr lang="en-US"/>
          </ns1:p>
        </ns0:txBody>
      </ns0:sp>
      <ns0:sp>
        <ns0:nvSpPr>
          <ns0:cNvPr id="6" name="Slide Number Placeholder 5"/>
          <ns0:cNvSpPr>
            <ns1:spLocks noGrp="1"/>
          </ns0:cNvSpPr>
          <ns0:nvPr>
            <ns0:ph type="sldNum" sz="quarter" idx="12"/>
          </ns0:nvPr>
        </ns0:nvSpPr>
        <ns0:spPr/>
        <ns0:txBody>
          <ns1:bodyPr/>
          <ns1:lstStyle/>
          <ns1:p>
            <ns1:fld id="{C1FF6DA9-008F-8B48-92A6-B652298478BF}" type="slidenum">
              <ns1:rPr lang="en-US" smtClean="0"/>
              <ns1:t>‹#›</ns1:t>
            </ns1:fld>
            <ns1:endParaRPr lang="en-US"/>
          </ns1:p>
        </ns0:txBody>
      </ns0:sp>
    </ns0:spTree>
    <ns0:extLst>
      <ns0:ext uri="{BB962C8B-B14F-4D97-AF65-F5344CB8AC3E}">
        <ns2:creationId val="2910927964"/>
      </ns0:ext>
    </ns0:extLst>
  </ns0:cSld>
  <ns0:clrMapOvr>
    <ns1:masterClrMapping/>
  </ns0:clrMapOvr>
</ns0:sldLayout>
</file>

<file path=ppt/slideLayouts/slideLayout11.xml><?xml version="1.0" encoding="utf-8"?>
<ns0:sldLayout xmlns:ns0="http://schemas.openxmlformats.org/presentationml/2006/main" xmlns:ns1="http://schemas.openxmlformats.org/drawingml/2006/main" xmlns:ns2="http://schemas.microsoft.com/office/powerpoint/2010/main" type="vertTitleAndTx" preserve="1">
  <ns0:cSld name="Vertical Title and Text"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sp>
        <ns0:nvSpPr>
          <ns0:cNvPr id="2" name="Vertical Title 1"/>
          <ns0:cNvSpPr>
            <ns1:spLocks noGrp="1"/>
          </ns0:cNvSpPr>
          <ns0:nvPr>
            <ns0:ph type="title" orient="vert"/>
          </ns0:nvPr>
        </ns0:nvSpPr>
        <ns0:spPr>
          <ns1:xfrm>
            <ns1:off x="6629400" y="274638"/>
            <ns1:ext cx="2057400" cy="5851525"/>
          </ns1:xfrm>
        </ns0:spPr>
        <ns0:txBody>
          <ns1:bodyPr vert="eaVert"/>
          <ns1:lstStyle/>
          <ns1:p>
            <ns1:r>
              <ns1:rPr lang="en-US" smtClean="0"/>
              <ns1:t>Click to edit Master title style</ns1:t>
            </ns1:r>
            <ns1:endParaRPr lang="en-US"/>
          </ns1:p>
        </ns0:txBody>
      </ns0:sp>
      <ns0:sp>
        <ns0:nvSpPr>
          <ns0:cNvPr id="3" name="Vertical Text Placeholder 2"/>
          <ns0:cNvSpPr>
            <ns1:spLocks noGrp="1"/>
          </ns0:cNvSpPr>
          <ns0:nvPr>
            <ns0:ph type="body" orient="vert" idx="1"/>
          </ns0:nvPr>
        </ns0:nvSpPr>
        <ns0:spPr>
          <ns1:xfrm>
            <ns1:off x="457200" y="274638"/>
            <ns1:ext cx="6019800" cy="5851525"/>
          </ns1:xfrm>
        </ns0:spPr>
        <ns0:txBody>
          <ns1:bodyPr vert="eaVert"/>
          <ns1:lstStyle/>
          <ns1:p>
            <ns1:pPr lvl="0"/>
            <ns1:r>
              <ns1:rPr lang="en-US" smtClean="0"/>
              <ns1:t>Click to edit Master text styles</ns1:t>
            </ns1:r>
          </ns1:p>
          <ns1:p>
            <ns1:pPr lvl="1"/>
            <ns1:r>
              <ns1:rPr lang="en-US" smtClean="0"/>
              <ns1:t>Second level</ns1:t>
            </ns1:r>
          </ns1:p>
          <ns1:p>
            <ns1:pPr lvl="2"/>
            <ns1:r>
              <ns1:rPr lang="en-US" smtClean="0"/>
              <ns1:t>Third level</ns1:t>
            </ns1:r>
          </ns1:p>
          <ns1:p>
            <ns1:pPr lvl="3"/>
            <ns1:r>
              <ns1:rPr lang="en-US" smtClean="0"/>
              <ns1:t>Fourth level</ns1:t>
            </ns1:r>
          </ns1:p>
          <ns1:p>
            <ns1:pPr lvl="4"/>
            <ns1:r>
              <ns1:rPr lang="en-US" smtClean="0"/>
              <ns1:t>Fifth level</ns1:t>
            </ns1:r>
            <ns1:endParaRPr lang="en-US"/>
          </ns1:p>
        </ns0:txBody>
      </ns0:sp>
      <ns0:sp>
        <ns0:nvSpPr>
          <ns0:cNvPr id="4" name="Date Placeholder 3"/>
          <ns0:cNvSpPr>
            <ns1:spLocks noGrp="1"/>
          </ns0:cNvSpPr>
          <ns0:nvPr>
            <ns0:ph type="dt" sz="half" idx="10"/>
          </ns0:nvPr>
        </ns0:nvSpPr>
        <ns0:spPr/>
        <ns0:txBody>
          <ns1:bodyPr/>
          <ns1:lstStyle/>
          <ns1:p>
            <ns1:fld id="{5BCAD085-E8A6-8845-BD4E-CB4CCA059FC4}" type="datetimeFigureOut">
              <ns1:rPr lang="en-US" smtClean="0"/>
              <ns1:t>1/27/13</ns1:t>
            </ns1:fld>
            <ns1:endParaRPr lang="en-US"/>
          </ns1:p>
        </ns0:txBody>
      </ns0:sp>
      <ns0:sp>
        <ns0:nvSpPr>
          <ns0:cNvPr id="5" name="Footer Placeholder 4"/>
          <ns0:cNvSpPr>
            <ns1:spLocks noGrp="1"/>
          </ns0:cNvSpPr>
          <ns0:nvPr>
            <ns0:ph type="ftr" sz="quarter" idx="11"/>
          </ns0:nvPr>
        </ns0:nvSpPr>
        <ns0:spPr/>
        <ns0:txBody>
          <ns1:bodyPr/>
          <ns1:lstStyle/>
          <ns1:p>
            <ns1:endParaRPr lang="en-US"/>
          </ns1:p>
        </ns0:txBody>
      </ns0:sp>
      <ns0:sp>
        <ns0:nvSpPr>
          <ns0:cNvPr id="6" name="Slide Number Placeholder 5"/>
          <ns0:cNvSpPr>
            <ns1:spLocks noGrp="1"/>
          </ns0:cNvSpPr>
          <ns0:nvPr>
            <ns0:ph type="sldNum" sz="quarter" idx="12"/>
          </ns0:nvPr>
        </ns0:nvSpPr>
        <ns0:spPr/>
        <ns0:txBody>
          <ns1:bodyPr/>
          <ns1:lstStyle/>
          <ns1:p>
            <ns1:fld id="{C1FF6DA9-008F-8B48-92A6-B652298478BF}" type="slidenum">
              <ns1:rPr lang="en-US" smtClean="0"/>
              <ns1:t>‹#›</ns1:t>
            </ns1:fld>
            <ns1:endParaRPr lang="en-US"/>
          </ns1:p>
        </ns0:txBody>
      </ns0:sp>
    </ns0:spTree>
    <ns0:extLst>
      <ns0:ext uri="{BB962C8B-B14F-4D97-AF65-F5344CB8AC3E}">
        <ns2:creationId val="3612223792"/>
      </ns0:ext>
    </ns0:extLst>
  </ns0:cSld>
  <ns0:clrMapOvr>
    <ns1:masterClrMapping/>
  </ns0:clrMapOvr>
</ns0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ns0:sldMaster xmlns:ns0="http://schemas.openxmlformats.org/presentationml/2006/main" xmlns:ns1="http://schemas.openxmlformats.org/drawingml/2006/main" xmlns:ns2="http://schemas.microsoft.com/office/powerpoint/2010/main" xmlns:ns3="http://schemas.openxmlformats.org/officeDocument/2006/relationships">
  <ns0:cSld>
    <ns0:bg>
      <ns0:bgRef idx="1001">
        <ns1:schemeClr val="bg1"/>
      </ns0:bgRef>
    </ns0:bg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sp>
        <ns0:nvSpPr>
          <ns0:cNvPr id="2" name="Title Placeholder 1"/>
          <ns0:cNvSpPr>
            <ns1:spLocks noGrp="1"/>
          </ns0:cNvSpPr>
          <ns0:nvPr>
            <ns0:ph type="title"/>
          </ns0:nvPr>
        </ns0:nvSpPr>
        <ns0:spPr>
          <ns1:xfrm>
            <ns1:off x="457200" y="274638"/>
            <ns1:ext cx="8229600" cy="1143000"/>
          </ns1:xfrm>
          <ns1:prstGeom prst="rect">
            <ns1:avLst/>
          </ns1:prstGeom>
        </ns0:spPr>
        <ns0:txBody>
          <ns1:bodyPr vert="horz" lIns="91440" tIns="45720" rIns="91440" bIns="45720" rtlCol="0" anchor="ctr">
            <ns1:normAutofit/>
          </ns1:bodyPr>
          <ns1:lstStyle/>
          <ns1:p>
            <ns1:r>
              <ns1:rPr lang="en-US" smtClean="0"/>
              <ns1:t>Click to edit Master title style</ns1:t>
            </ns1:r>
            <ns1:endParaRPr lang="en-US"/>
          </ns1:p>
        </ns0:txBody>
      </ns0:sp>
      <ns0:sp>
        <ns0:nvSpPr>
          <ns0:cNvPr id="3" name="Text Placeholder 2"/>
          <ns0:cNvSpPr>
            <ns1:spLocks noGrp="1"/>
          </ns0:cNvSpPr>
          <ns0:nvPr>
            <ns0:ph type="body" idx="1"/>
          </ns0:nvPr>
        </ns0:nvSpPr>
        <ns0:spPr>
          <ns1:xfrm>
            <ns1:off x="457200" y="1600200"/>
            <ns1:ext cx="8229600" cy="4525963"/>
          </ns1:xfrm>
          <ns1:prstGeom prst="rect">
            <ns1:avLst/>
          </ns1:prstGeom>
        </ns0:spPr>
        <ns0:txBody>
          <ns1:bodyPr vert="horz" lIns="91440" tIns="45720" rIns="91440" bIns="45720" rtlCol="0">
            <ns1:normAutofit/>
          </ns1:bodyPr>
          <ns1:lstStyle/>
          <ns1:p>
            <ns1:pPr lvl="0"/>
            <ns1:r>
              <ns1:rPr lang="en-US" smtClean="0"/>
              <ns1:t>Click to edit Master text styles</ns1:t>
            </ns1:r>
          </ns1:p>
          <ns1:p>
            <ns1:pPr lvl="1"/>
            <ns1:r>
              <ns1:rPr lang="en-US" smtClean="0"/>
              <ns1:t>Second level</ns1:t>
            </ns1:r>
          </ns1:p>
          <ns1:p>
            <ns1:pPr lvl="2"/>
            <ns1:r>
              <ns1:rPr lang="en-US" smtClean="0"/>
              <ns1:t>Third level</ns1:t>
            </ns1:r>
          </ns1:p>
          <ns1:p>
            <ns1:pPr lvl="3"/>
            <ns1:r>
              <ns1:rPr lang="en-US" smtClean="0"/>
              <ns1:t>Fourth level</ns1:t>
            </ns1:r>
          </ns1:p>
          <ns1:p>
            <ns1:pPr lvl="4"/>
            <ns1:r>
              <ns1:rPr lang="en-US" smtClean="0"/>
              <ns1:t>Fifth level</ns1:t>
            </ns1:r>
            <ns1:endParaRPr lang="en-US"/>
          </ns1:p>
        </ns0:txBody>
      </ns0:sp>
      <ns0:sp>
        <ns0:nvSpPr>
          <ns0:cNvPr id="4" name="Date Placeholder 3"/>
          <ns0:cNvSpPr>
            <ns1:spLocks noGrp="1"/>
          </ns0:cNvSpPr>
          <ns0:nvPr>
            <ns0:ph type="dt" sz="half" idx="2"/>
          </ns0:nvPr>
        </ns0:nvSpPr>
        <ns0:spPr>
          <ns1:xfrm>
            <ns1:off x="457200" y="6356350"/>
            <ns1:ext cx="2133600" cy="365125"/>
          </ns1:xfrm>
          <ns1:prstGeom prst="rect">
            <ns1:avLst/>
          </ns1:prstGeom>
        </ns0:spPr>
        <ns0:txBody>
          <ns1:bodyPr vert="horz" lIns="91440" tIns="45720" rIns="91440" bIns="45720" rtlCol="0" anchor="ctr"/>
          <ns1:lstStyle>
            <ns1:lvl1pPr algn="l">
              <ns1:defRPr sz="1200">
                <ns1:solidFill>
                  <ns1:schemeClr val="tx1">
                    <ns1:tint val="75000"/>
                  </ns1:schemeClr>
                </ns1:solidFill>
              </ns1:defRPr>
            </ns1:lvl1pPr>
          </ns1:lstStyle>
          <ns1:p>
            <ns1:fld id="{5BCAD085-E8A6-8845-BD4E-CB4CCA059FC4}" type="datetimeFigureOut">
              <ns1:rPr lang="en-US" smtClean="0"/>
              <ns1:t>1/27/13</ns1:t>
            </ns1:fld>
            <ns1:endParaRPr lang="en-US"/>
          </ns1:p>
        </ns0:txBody>
      </ns0:sp>
      <ns0:sp>
        <ns0:nvSpPr>
          <ns0:cNvPr id="5" name="Footer Placeholder 4"/>
          <ns0:cNvSpPr>
            <ns1:spLocks noGrp="1"/>
          </ns0:cNvSpPr>
          <ns0:nvPr>
            <ns0:ph type="ftr" sz="quarter" idx="3"/>
          </ns0:nvPr>
        </ns0:nvSpPr>
        <ns0:spPr>
          <ns1:xfrm>
            <ns1:off x="3124200" y="6356350"/>
            <ns1:ext cx="2895600" cy="365125"/>
          </ns1:xfrm>
          <ns1:prstGeom prst="rect">
            <ns1:avLst/>
          </ns1:prstGeom>
        </ns0:spPr>
        <ns0:txBody>
          <ns1:bodyPr vert="horz" lIns="91440" tIns="45720" rIns="91440" bIns="45720" rtlCol="0" anchor="ctr"/>
          <ns1:lstStyle>
            <ns1:lvl1pPr algn="ctr">
              <ns1:defRPr sz="1200">
                <ns1:solidFill>
                  <ns1:schemeClr val="tx1">
                    <ns1:tint val="75000"/>
                  </ns1:schemeClr>
                </ns1:solidFill>
              </ns1:defRPr>
            </ns1:lvl1pPr>
          </ns1:lstStyle>
          <ns1:p>
            <ns1:endParaRPr lang="en-US"/>
          </ns1:p>
        </ns0:txBody>
      </ns0:sp>
      <ns0:sp>
        <ns0:nvSpPr>
          <ns0:cNvPr id="6" name="Slide Number Placeholder 5"/>
          <ns0:cNvSpPr>
            <ns1:spLocks noGrp="1"/>
          </ns0:cNvSpPr>
          <ns0:nvPr>
            <ns0:ph type="sldNum" sz="quarter" idx="4"/>
          </ns0:nvPr>
        </ns0:nvSpPr>
        <ns0:spPr>
          <ns1:xfrm>
            <ns1:off x="6553200" y="6356350"/>
            <ns1:ext cx="2133600" cy="365125"/>
          </ns1:xfrm>
          <ns1:prstGeom prst="rect">
            <ns1:avLst/>
          </ns1:prstGeom>
        </ns0:spPr>
        <ns0:txBody>
          <ns1:bodyPr vert="horz" lIns="91440" tIns="45720" rIns="91440" bIns="45720" rtlCol="0" anchor="ctr"/>
          <ns1:lstStyle>
            <ns1:lvl1pPr algn="r">
              <ns1:defRPr sz="1200">
                <ns1:solidFill>
                  <ns1:schemeClr val="tx1">
                    <ns1:tint val="75000"/>
                  </ns1:schemeClr>
                </ns1:solidFill>
              </ns1:defRPr>
            </ns1:lvl1pPr>
          </ns1:lstStyle>
          <ns1:p>
            <ns1:fld id="{C1FF6DA9-008F-8B48-92A6-B652298478BF}" type="slidenum">
              <ns1:rPr lang="en-US" smtClean="0"/>
              <ns1:t>‹#›</ns1:t>
            </ns1:fld>
            <ns1:endParaRPr lang="en-US"/>
          </ns1:p>
        </ns0:txBody>
      </ns0:sp>
    </ns0:spTree>
    <ns0:extLst>
      <ns0:ext uri="{BB962C8B-B14F-4D97-AF65-F5344CB8AC3E}">
        <ns2:creationId val="2209977519"/>
      </ns0:ext>
    </ns0:extLst>
  </ns0:cSld>
  <ns0:clrMap bg1="lt1" tx1="dk1" bg2="lt2" tx2="dk2" accent1="accent1" accent2="accent2" accent3="accent3" accent4="accent4" accent5="accent5" accent6="accent6" hlink="hlink" folHlink="folHlink"/>
  <ns0:sldLayoutIdLst>
    <ns0:sldLayoutId id="2147483649" ns3:id="rId1"/>
    <ns0:sldLayoutId id="2147483650" ns3:id="rId2"/>
    <ns0:sldLayoutId id="2147483651" ns3:id="rId3"/>
    <ns0:sldLayoutId id="2147483652" ns3:id="rId4"/>
    <ns0:sldLayoutId id="2147483653" ns3:id="rId5"/>
    <ns0:sldLayoutId id="2147483654" ns3:id="rId6"/>
    <ns0:sldLayoutId id="2147483655" ns3:id="rId7"/>
    <ns0:sldLayoutId id="2147483656" ns3:id="rId8"/>
    <ns0:sldLayoutId id="2147483657" ns3:id="rId9"/>
    <ns0:sldLayoutId id="2147483658" ns3:id="rId10"/>
    <ns0:sldLayoutId id="2147483659" ns3:id="rId11"/>
  </ns0:sldLayoutIdLst>
  <ns0:txStyles>
    <ns0:titleStyle>
      <ns1:lvl1pPr algn="ctr" defTabSz="457200" rtl="0" eaLnBrk="1" latinLnBrk="0" hangingPunct="1">
        <ns1:spcBef>
          <ns1:spcPct val="0"/>
        </ns1:spcBef>
        <ns1:buNone/>
        <ns1:defRPr sz="4400" kern="1200">
          <ns1:solidFill>
            <ns1:schemeClr val="tx1"/>
          </ns1:solidFill>
          <ns1:latin typeface="Noto Sans CJK SC"/>
          <ns1:ea typeface="Noto Sans CJK SC"/>
          <ns1:cs typeface="Noto Sans CJK SC"/>
        </ns1:defRPr>
      </ns1:lvl1pPr>
    </ns0:titleStyle>
    <ns0:bodyStyle>
      <ns1:lvl1pPr marL="342900" indent="-342900" algn="l" defTabSz="457200" rtl="0" eaLnBrk="1" latinLnBrk="0" hangingPunct="1">
        <ns1:spcBef>
          <ns1:spcPct val="20000"/>
        </ns1:spcBef>
        <ns1:buFont typeface="Arial"/>
        <ns1:buChar char="•"/>
        <ns1:defRPr sz="3200" kern="1200">
          <ns1:solidFill>
            <ns1:schemeClr val="tx1"/>
          </ns1:solidFill>
          <ns1:latin typeface="Noto Sans CJK SC"/>
          <ns1:ea typeface="Noto Sans CJK SC"/>
          <ns1:cs typeface="Noto Sans CJK SC"/>
        </ns1:defRPr>
      </ns1:lvl1pPr>
      <ns1:lvl2pPr marL="742950" indent="-285750" algn="l" defTabSz="457200" rtl="0" eaLnBrk="1" latinLnBrk="0" hangingPunct="1">
        <ns1:spcBef>
          <ns1:spcPct val="20000"/>
        </ns1:spcBef>
        <ns1:buFont typeface="Arial"/>
        <ns1:buChar char="–"/>
        <ns1:defRPr sz="2800" kern="1200">
          <ns1:solidFill>
            <ns1:schemeClr val="tx1"/>
          </ns1:solidFill>
          <ns1:latin typeface="Noto Sans CJK SC"/>
          <ns1:ea typeface="Noto Sans CJK SC"/>
          <ns1:cs typeface="Noto Sans CJK SC"/>
        </ns1:defRPr>
      </ns1:lvl2pPr>
      <ns1:lvl3pPr marL="1143000" indent="-228600" algn="l" defTabSz="457200" rtl="0" eaLnBrk="1" latinLnBrk="0" hangingPunct="1">
        <ns1:spcBef>
          <ns1:spcPct val="20000"/>
        </ns1:spcBef>
        <ns1:buFont typeface="Arial"/>
        <ns1:buChar char="•"/>
        <ns1:defRPr sz="2400" kern="1200">
          <ns1:solidFill>
            <ns1:schemeClr val="tx1"/>
          </ns1:solidFill>
          <ns1:latin typeface="Noto Sans CJK SC"/>
          <ns1:ea typeface="Noto Sans CJK SC"/>
          <ns1:cs typeface="Noto Sans CJK SC"/>
        </ns1:defRPr>
      </ns1:lvl3pPr>
      <ns1:lvl4pPr marL="1600200" indent="-228600" algn="l" defTabSz="457200" rtl="0" eaLnBrk="1" latinLnBrk="0" hangingPunct="1">
        <ns1:spcBef>
          <ns1:spcPct val="20000"/>
        </ns1:spcBef>
        <ns1:buFont typeface="Arial"/>
        <ns1:buChar char="–"/>
        <ns1:defRPr sz="2000" kern="1200">
          <ns1:solidFill>
            <ns1:schemeClr val="tx1"/>
          </ns1:solidFill>
          <ns1:latin typeface="Noto Sans CJK SC"/>
          <ns1:ea typeface="Noto Sans CJK SC"/>
          <ns1:cs typeface="Noto Sans CJK SC"/>
        </ns1:defRPr>
      </ns1:lvl4pPr>
      <ns1:lvl5pPr marL="2057400" indent="-228600" algn="l" defTabSz="457200" rtl="0" eaLnBrk="1" latinLnBrk="0" hangingPunct="1">
        <ns1:spcBef>
          <ns1:spcPct val="20000"/>
        </ns1:spcBef>
        <ns1:buFont typeface="Arial"/>
        <ns1:buChar char="»"/>
        <ns1:defRPr sz="2000" kern="1200">
          <ns1:solidFill>
            <ns1:schemeClr val="tx1"/>
          </ns1:solidFill>
          <ns1:latin typeface="Noto Sans CJK SC"/>
          <ns1:ea typeface="Noto Sans CJK SC"/>
          <ns1:cs typeface="Noto Sans CJK SC"/>
        </ns1:defRPr>
      </ns1:lvl5pPr>
      <ns1:lvl6pPr marL="2514600" indent="-228600" algn="l" defTabSz="457200" rtl="0" eaLnBrk="1" latinLnBrk="0" hangingPunct="1">
        <ns1:spcBef>
          <ns1:spcPct val="20000"/>
        </ns1:spcBef>
        <ns1:buFont typeface="Arial"/>
        <ns1:buChar char="•"/>
        <ns1:defRPr sz="2000" kern="1200">
          <ns1:solidFill>
            <ns1:schemeClr val="tx1"/>
          </ns1:solidFill>
          <ns1:latin typeface="Noto Sans CJK SC"/>
          <ns1:ea typeface="Noto Sans CJK SC"/>
          <ns1:cs typeface="Noto Sans CJK SC"/>
        </ns1:defRPr>
      </ns1:lvl6pPr>
      <ns1:lvl7pPr marL="2971800" indent="-228600" algn="l" defTabSz="457200" rtl="0" eaLnBrk="1" latinLnBrk="0" hangingPunct="1">
        <ns1:spcBef>
          <ns1:spcPct val="20000"/>
        </ns1:spcBef>
        <ns1:buFont typeface="Arial"/>
        <ns1:buChar char="•"/>
        <ns1:defRPr sz="2000" kern="1200">
          <ns1:solidFill>
            <ns1:schemeClr val="tx1"/>
          </ns1:solidFill>
          <ns1:latin typeface="Noto Sans CJK SC"/>
          <ns1:ea typeface="Noto Sans CJK SC"/>
          <ns1:cs typeface="Noto Sans CJK SC"/>
        </ns1:defRPr>
      </ns1:lvl7pPr>
      <ns1:lvl8pPr marL="3429000" indent="-228600" algn="l" defTabSz="457200" rtl="0" eaLnBrk="1" latinLnBrk="0" hangingPunct="1">
        <ns1:spcBef>
          <ns1:spcPct val="20000"/>
        </ns1:spcBef>
        <ns1:buFont typeface="Arial"/>
        <ns1:buChar char="•"/>
        <ns1:defRPr sz="2000" kern="1200">
          <ns1:solidFill>
            <ns1:schemeClr val="tx1"/>
          </ns1:solidFill>
          <ns1:latin typeface="Noto Sans CJK SC"/>
          <ns1:ea typeface="Noto Sans CJK SC"/>
          <ns1:cs typeface="Noto Sans CJK SC"/>
        </ns1:defRPr>
      </ns1:lvl8pPr>
      <ns1:lvl9pPr marL="3886200" indent="-228600" algn="l" defTabSz="457200" rtl="0" eaLnBrk="1" latinLnBrk="0" hangingPunct="1">
        <ns1:spcBef>
          <ns1:spcPct val="20000"/>
        </ns1:spcBef>
        <ns1:buFont typeface="Arial"/>
        <ns1:buChar char="•"/>
        <ns1:defRPr sz="2000" kern="1200">
          <ns1:solidFill>
            <ns1:schemeClr val="tx1"/>
          </ns1:solidFill>
          <ns1:latin typeface="Noto Sans CJK SC"/>
          <ns1:ea typeface="Noto Sans CJK SC"/>
          <ns1:cs typeface="Noto Sans CJK SC"/>
        </ns1:defRPr>
      </ns1:lvl9pPr>
    </ns0:bodyStyle>
    <ns0:otherStyle>
      <ns1:defPPr>
        <ns1:defRPr lang="en-US"/>
      </ns1:defPPr>
      <ns1:lvl1pPr marL="0" algn="l" defTabSz="457200" rtl="0" eaLnBrk="1" latinLnBrk="0" hangingPunct="1">
        <ns1:defRPr sz="1800" kern="1200">
          <ns1:solidFill>
            <ns1:schemeClr val="tx1"/>
          </ns1:solidFill>
          <ns1:latin typeface="Noto Sans CJK SC"/>
          <ns1:ea typeface="Noto Sans CJK SC"/>
          <ns1:cs typeface="Noto Sans CJK SC"/>
        </ns1:defRPr>
      </ns1:lvl1pPr>
      <ns1:lvl2pPr marL="457200" algn="l" defTabSz="457200" rtl="0" eaLnBrk="1" latinLnBrk="0" hangingPunct="1">
        <ns1:defRPr sz="1800" kern="1200">
          <ns1:solidFill>
            <ns1:schemeClr val="tx1"/>
          </ns1:solidFill>
          <ns1:latin typeface="Noto Sans CJK SC"/>
          <ns1:ea typeface="Noto Sans CJK SC"/>
          <ns1:cs typeface="Noto Sans CJK SC"/>
        </ns1:defRPr>
      </ns1:lvl2pPr>
      <ns1:lvl3pPr marL="914400" algn="l" defTabSz="457200" rtl="0" eaLnBrk="1" latinLnBrk="0" hangingPunct="1">
        <ns1:defRPr sz="1800" kern="1200">
          <ns1:solidFill>
            <ns1:schemeClr val="tx1"/>
          </ns1:solidFill>
          <ns1:latin typeface="Noto Sans CJK SC"/>
          <ns1:ea typeface="Noto Sans CJK SC"/>
          <ns1:cs typeface="Noto Sans CJK SC"/>
        </ns1:defRPr>
      </ns1:lvl3pPr>
      <ns1:lvl4pPr marL="1371600" algn="l" defTabSz="457200" rtl="0" eaLnBrk="1" latinLnBrk="0" hangingPunct="1">
        <ns1:defRPr sz="1800" kern="1200">
          <ns1:solidFill>
            <ns1:schemeClr val="tx1"/>
          </ns1:solidFill>
          <ns1:latin typeface="Noto Sans CJK SC"/>
          <ns1:ea typeface="Noto Sans CJK SC"/>
          <ns1:cs typeface="Noto Sans CJK SC"/>
        </ns1:defRPr>
      </ns1:lvl4pPr>
      <ns1:lvl5pPr marL="1828800" algn="l" defTabSz="457200" rtl="0" eaLnBrk="1" latinLnBrk="0" hangingPunct="1">
        <ns1:defRPr sz="1800" kern="1200">
          <ns1:solidFill>
            <ns1:schemeClr val="tx1"/>
          </ns1:solidFill>
          <ns1:latin typeface="Noto Sans CJK SC"/>
          <ns1:ea typeface="Noto Sans CJK SC"/>
          <ns1:cs typeface="Noto Sans CJK SC"/>
        </ns1:defRPr>
      </ns1:lvl5pPr>
      <ns1:lvl6pPr marL="2286000" algn="l" defTabSz="457200" rtl="0" eaLnBrk="1" latinLnBrk="0" hangingPunct="1">
        <ns1:defRPr sz="1800" kern="1200">
          <ns1:solidFill>
            <ns1:schemeClr val="tx1"/>
          </ns1:solidFill>
          <ns1:latin typeface="Noto Sans CJK SC"/>
          <ns1:ea typeface="Noto Sans CJK SC"/>
          <ns1:cs typeface="Noto Sans CJK SC"/>
        </ns1:defRPr>
      </ns1:lvl6pPr>
      <ns1:lvl7pPr marL="2743200" algn="l" defTabSz="457200" rtl="0" eaLnBrk="1" latinLnBrk="0" hangingPunct="1">
        <ns1:defRPr sz="1800" kern="1200">
          <ns1:solidFill>
            <ns1:schemeClr val="tx1"/>
          </ns1:solidFill>
          <ns1:latin typeface="Noto Sans CJK SC"/>
          <ns1:ea typeface="Noto Sans CJK SC"/>
          <ns1:cs typeface="Noto Sans CJK SC"/>
        </ns1:defRPr>
      </ns1:lvl7pPr>
      <ns1:lvl8pPr marL="3200400" algn="l" defTabSz="457200" rtl="0" eaLnBrk="1" latinLnBrk="0" hangingPunct="1">
        <ns1:defRPr sz="1800" kern="1200">
          <ns1:solidFill>
            <ns1:schemeClr val="tx1"/>
          </ns1:solidFill>
          <ns1:latin typeface="Noto Sans CJK SC"/>
          <ns1:ea typeface="Noto Sans CJK SC"/>
          <ns1:cs typeface="Noto Sans CJK SC"/>
        </ns1:defRPr>
      </ns1:lvl8pPr>
      <ns1:lvl9pPr marL="3657600" algn="l" defTabSz="457200" rtl="0" eaLnBrk="1" latinLnBrk="0" hangingPunct="1">
        <ns1:defRPr sz="1800" kern="1200">
          <ns1:solidFill>
            <ns1:schemeClr val="tx1"/>
          </ns1:solidFill>
          <ns1:latin typeface="Noto Sans CJK SC"/>
          <ns1:ea typeface="Noto Sans CJK SC"/>
          <ns1:cs typeface="Noto Sans CJK SC"/>
        </ns1:defRPr>
      </ns1:lvl9pPr>
    </ns0:otherStyle>
  </ns0:txStyles>
</ns0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ns0:sld xmlns:ns0="http://schemas.openxmlformats.org/presentationml/2006/main" xmlns:ns1="http://schemas.openxmlformats.org/drawingml/2006/main" xmlns:ns2="http://schemas.openxmlformats.org/officeDocument/2006/relationships">
  <ns0:cSld>
    <ns0:spTree>
      <ns0:nvGrpSpPr>
        <ns0:cNvPr id="1" name=""/>
        <ns0:cNvGrpSpPr/>
        <ns0:nvPr/>
      </ns0:nvGrpSpPr>
      <ns0:grpSpPr/>
      <ns0:sp>
        <ns0:nvSpPr>
          <ns0:cNvPr id="2" name="TextBox 1"/>
          <ns0:cNvSpPr txBox="1"/>
          <ns0:nvPr/>
        </ns0:nvSpPr>
        <ns0:spPr>
          <ns1:xfrm>
            <ns1:off x="914400" y="914400"/>
            <ns1:ext cx="5486400" cy="914400"/>
          </ns1:xfrm>
          <ns1:prstGeom prst="rect">
            <ns1:avLst/>
          </ns1:prstGeom>
          <ns1:noFill/>
        </ns0:spPr>
        <ns0:txBody>
          <ns1:bodyPr wrap="none">
            <ns1:spAutoFit/>
          </ns1:bodyPr>
          <ns1:lstStyle/>
          <ns1:p>
            <ns1:r>
              <ns1:t>SLIDE_ALPHA</ns1:t>
            </ns1:r>
          </ns1:p>
        </ns0:txBody>
      </ns0:sp>
      <ns0:pic>
        <ns0:nvPicPr>
          <ns0:cNvPr id="3" name="Picture 2" descr="diagram.png"/>
          <ns0:cNvPicPr>
            <ns1:picLocks noChangeAspect="1"/>
          </ns0:cNvPicPr>
          <ns0:nvPr/>
        </ns0:nvPicPr>
        <ns0:blipFill>
          <ns1:blip ns2:embed="rId2"/>
          <ns1:stretch>
            <ns1:fillRect/>
          </ns1:stretch>
        </ns0:blipFill>
        <ns0:spPr>
          <ns1:xfrm>
            <ns1:off x="914400" y="1828800"/>
            <ns1:ext cx="1828800" cy="1219200"/>
          </ns1:xfrm>
          <ns1:prstGeom prst="rect">
            <ns1:avLst/>
          </ns1:prstGeom>
        </ns0:spPr>
      </ns0:pic>
      <ns0:graphicFrame>
        <ns0:nvGraphicFramePr>
          <ns0:cNvPr id="4" name="Table 3"/>
          <ns0:cNvGraphicFramePr>
            <ns1:graphicFrameLocks noGrp="1"/>
          </ns0:cNvGraphicFramePr>
          <ns0:nvPr/>
        </ns0:nvGraphicFramePr>
        <ns0:xfrm>
          <ns1:off x="3657600" y="1828800"/>
          <ns1:ext cx="2743200" cy="1828800"/>
        </ns0:xfrm>
        <ns1:graphic>
          <ns1:graphicData uri="http://schemas.openxmlformats.org/drawingml/2006/table">
            <ns1:tbl>
              <ns1:tblPr firstRow="1" bandRow="1">
                <ns1:tableStyleId>{5C22544A-7EE6-4342-B048-85BDC9FD1C3A}</ns1:tableStyleId>
              </ns1:tblPr>
              <ns1:tblGrid>
                <ns1:gridCol w="1371600"/>
                <ns1:gridCol w="1371600"/>
              </ns1:tblGrid>
              <ns1:tr h="914400">
                <ns1:tc>
                  <ns1:txBody>
                    <ns1:bodyPr/>
                    <ns1:lstStyle/>
                    <ns1:p>
                      <ns1:r>
                        <ns1:t>Torque Nm</ns1:t>
                      </ns1:r>
                    </ns1:p>
                  </ns1:txBody>
                  <ns1:tcPr/>
                </ns1:tc>
                <ns1:tc>
                  <ns1:txBody>
                    <ns1:bodyPr/>
                    <ns1:lstStyle/>
                    <ns1:p/>
                  </ns1:txBody>
                  <ns1:tcPr/>
                </ns1:tc>
              </ns1:tr>
              <ns1:tr h="914400">
                <ns1:tc>
                  <ns1:txBody>
                    <ns1:bodyPr/>
                    <ns1:lstStyle/>
                    <ns1:p>
                      <ns1:r>
                        <ns1:t>SLIDE_TABLE 23</ns1:t>
                      </ns1:r>
                    </ns1:p>
                  </ns1:txBody>
                  <ns1:tcPr/>
                </ns1:tc>
                <ns1:tc>
                  <ns1:txBody>
                    <ns1:bodyPr/>
                    <ns1:lstStyle/>
                    <ns1:p/>
                  </ns1:txBody>
                  <ns1:tcPr/>
                </ns1:tc>
              </ns1:tr>
            </ns1:tbl>
          </ns1:graphicData>
        </ns1:graphic>
      </ns0:graphicFrame>
      <ns0:sp>
        <ns0:nvSpPr>
          <ns0:cNvPr id="5" name="TextBox 4"/>
          <ns0:cNvSpPr txBox="1"/>
          <ns0:nvPr/>
        </ns0:nvSpPr>
        <ns0:spPr>
          <ns1:xfrm>
            <ns1:off x="457200" y="4572000"/>
            <ns1:ext cx="8229600" cy="1371600"/>
          </ns1:xfrm>
          <ns1:prstGeom prst="rect">
            <ns1:avLst/>
          </ns1:prstGeom>
          <ns1:noFill/>
        </ns0:spPr>
        <ns0:txBody>
          <ns1:bodyPr wrap="none">
            <ns1:spAutoFit/>
          </ns1:bodyPr>
          <ns1:lstStyle/>
          <ns1:p>
            <ns1:r>
              <ns1:t>Synthetic repair contract: SY215C hydraulic pump pressure is low. Check the inlet filter for blockage before replacing the hydraulic pump. The pressure reading is 12.5 MPa.</ns1:t>
            </ns1:r>
          </ns1:p>
        </ns0:txBody>
      </ns0:sp>
    </ns0:spTree>
  </ns0:cSld>
  <ns0:clrMapOvr>
    <ns1:masterClrMapping/>
  </ns0:clrMapOvr>
</ns0:sld>
</file>

<file path=ppt/slides/slide2.xml><?xml version="1.0" encoding="utf-8"?>
<ns0:sld xmlns:ns0="http://schemas.openxmlformats.org/presentationml/2006/main" xmlns:ns1="http://schemas.openxmlformats.org/drawingml/2006/main" xmlns:ns2="http://schemas.openxmlformats.org/officeDocument/2006/relationships">
  <ns0:cSld>
    <ns0:spTree>
      <ns0:nvGrpSpPr>
        <ns0:cNvPr id="1" name=""/>
        <ns0:cNvGrpSpPr/>
        <ns0:nvPr/>
      </ns0:nvGrpSpPr>
      <ns0:grpSpPr/>
      <ns0:sp>
        <ns0:nvSpPr>
          <ns0:cNvPr id="2" name="TextBox 1"/>
          <ns0:cNvSpPr txBox="1"/>
          <ns0:nvPr/>
        </ns0:nvSpPr>
        <ns0:spPr>
          <ns1:xfrm>
            <ns1:off x="914400" y="914400"/>
            <ns1:ext cx="5486400" cy="914400"/>
          </ns1:xfrm>
          <ns1:prstGeom prst="rect">
            <ns1:avLst/>
          </ns1:prstGeom>
          <ns1:noFill/>
        </ns0:spPr>
        <ns0:txBody>
          <ns1:bodyPr wrap="none">
            <ns1:spAutoFit/>
          </ns1:bodyPr>
          <ns1:lstStyle/>
          <ns1:p>
            <ns1:r>
              <ns1:t>SLIDE_OMEGA</ns1:t>
            </ns1:r>
          </ns1:p>
        </ns0:txBody>
      </ns0:sp>
      <ns0:pic>
        <ns0:nvPicPr>
          <ns0:cNvPr id="3" name="Picture 2" descr="diagram.png"/>
          <ns0:cNvPicPr>
            <ns1:picLocks noChangeAspect="1"/>
          </ns0:cNvPicPr>
          <ns0:nvPr/>
        </ns0:nvPicPr>
        <ns0:blipFill>
          <ns1:blip ns2:embed="rId2"/>
          <ns1:stretch>
            <ns1:fillRect/>
          </ns1:stretch>
        </ns0:blipFill>
        <ns0:spPr>
          <ns1:xfrm>
            <ns1:off x="914400" y="1828800"/>
            <ns1:ext cx="1828800" cy="1219200"/>
          </ns1:xfrm>
          <ns1:prstGeom prst="rect">
            <ns1:avLst/>
          </ns1:prstGeom>
        </ns0:spPr>
      </ns0:pic>
      <ns0:graphicFrame>
        <ns0:nvGraphicFramePr>
          <ns0:cNvPr id="4" name="Table 3"/>
          <ns0:cNvGraphicFramePr>
            <ns1:graphicFrameLocks noGrp="1"/>
          </ns0:cNvGraphicFramePr>
          <ns0:nvPr/>
        </ns0:nvGraphicFramePr>
        <ns0:xfrm>
          <ns1:off x="3657600" y="1828800"/>
          <ns1:ext cx="2743200" cy="1828800"/>
        </ns0:xfrm>
        <ns1:graphic>
          <ns1:graphicData uri="http://schemas.openxmlformats.org/drawingml/2006/table">
            <ns1:tbl>
              <ns1:tblPr firstRow="1" bandRow="1">
                <ns1:tableStyleId>{5C22544A-7EE6-4342-B048-85BDC9FD1C3A}</ns1:tableStyleId>
              </ns1:tblPr>
              <ns1:tblGrid>
                <ns1:gridCol w="1371600"/>
                <ns1:gridCol w="1371600"/>
              </ns1:tblGrid>
              <ns1:tr h="914400">
                <ns1:tc>
                  <ns1:txBody>
                    <ns1:bodyPr/>
                    <ns1:lstStyle/>
                    <ns1:p>
                      <ns1:r>
                        <ns1:t>Torque Nm</ns1:t>
                      </ns1:r>
                    </ns1:p>
                  </ns1:txBody>
                  <ns1:tcPr/>
                </ns1:tc>
                <ns1:tc>
                  <ns1:txBody>
                    <ns1:bodyPr/>
                    <ns1:lstStyle/>
                    <ns1:p/>
                  </ns1:txBody>
                  <ns1:tcPr/>
                </ns1:tc>
              </ns1:tr>
              <ns1:tr h="914400">
                <ns1:tc>
                  <ns1:txBody>
                    <ns1:bodyPr/>
                    <ns1:lstStyle/>
                    <ns1:p>
                      <ns1:r>
                        <ns1:t>SLIDE_TABLE 23</ns1:t>
                      </ns1:r>
                    </ns1:p>
                  </ns1:txBody>
                  <ns1:tcPr/>
                </ns1:tc>
                <ns1:tc>
                  <ns1:txBody>
                    <ns1:bodyPr/>
                    <ns1:lstStyle/>
                    <ns1:p/>
                  </ns1:txBody>
                  <ns1:tcPr/>
                </ns1:tc>
              </ns1:tr>
            </ns1:tbl>
          </ns1:graphicData>
        </ns1:graphic>
      </ns0:graphicFrame>
    </ns0:spTree>
  </ns0:cSld>
  <ns0:clrMapOvr>
    <ns1:masterClrMapping/>
  </ns0:clrMapOvr>
</ns0:sld>
</file>

<file path=ppt/theme/theme1.xml><?xml version="1.0" encoding="utf-8"?>
<ns0:theme xmlns:ns0="http://schemas.openxmlformats.org/drawingml/2006/main" name="Office Theme">
  <ns0:themeElements>
    <ns0:clrScheme name="Office">
      <ns0:dk1>
        <ns0:sysClr val="windowText" lastClr="000000"/>
      </ns0:dk1>
      <ns0:lt1>
        <ns0:sysClr val="window" lastClr="FFFFFF"/>
      </ns0:lt1>
      <ns0:dk2>
        <ns0:srgbClr val="1F497D"/>
      </ns0:dk2>
      <ns0:lt2>
        <ns0:srgbClr val="EEECE1"/>
      </ns0:lt2>
      <ns0:accent1>
        <ns0:srgbClr val="4F81BD"/>
      </ns0:accent1>
      <ns0:accent2>
        <ns0:srgbClr val="C0504D"/>
      </ns0:accent2>
      <ns0:accent3>
        <ns0:srgbClr val="9BBB59"/>
      </ns0:accent3>
      <ns0:accent4>
        <ns0:srgbClr val="8064A2"/>
      </ns0:accent4>
      <ns0:accent5>
        <ns0:srgbClr val="4BACC6"/>
      </ns0:accent5>
      <ns0:accent6>
        <ns0:srgbClr val="F79646"/>
      </ns0:accent6>
      <ns0:hlink>
        <ns0:srgbClr val="0000FF"/>
      </ns0:hlink>
      <ns0:folHlink>
        <ns0:srgbClr val="800080"/>
      </ns0:folHlink>
    </ns0:clrScheme>
    <ns0:fontScheme name="Office">
      <ns0:majorFont>
        <ns0:latin typeface="Noto Sans CJK SC"/>
        <ns0:ea typeface="Noto Sans CJK SC"/>
        <ns0:cs typeface="Noto Sans CJK SC"/>
        <ns0:font script="Jpan" typeface="Noto Sans CJK SC"/>
        <ns0:font script="Hang" typeface="Noto Sans CJK SC"/>
        <ns0:font script="Hans" typeface="Noto Sans CJK SC"/>
        <ns0:font script="Hant" typeface="Noto Sans CJK SC"/>
        <ns0:font script="Arab" typeface="Noto Sans CJK SC"/>
        <ns0:font script="Hebr" typeface="Noto Sans CJK SC"/>
        <ns0:font script="Thai" typeface="Noto Sans CJK SC"/>
        <ns0:font script="Ethi" typeface="Noto Sans CJK SC"/>
        <ns0:font script="Beng" typeface="Noto Sans CJK SC"/>
        <ns0:font script="Gujr" typeface="Noto Sans CJK SC"/>
        <ns0:font script="Khmr" typeface="Noto Sans CJK SC"/>
        <ns0:font script="Knda" typeface="Noto Sans CJK SC"/>
        <ns0:font script="Guru" typeface="Noto Sans CJK SC"/>
        <ns0:font script="Cans" typeface="Noto Sans CJK SC"/>
        <ns0:font script="Cher" typeface="Noto Sans CJK SC"/>
        <ns0:font script="Yiii" typeface="Noto Sans CJK SC"/>
        <ns0:font script="Tibt" typeface="Noto Sans CJK SC"/>
        <ns0:font script="Thaa" typeface="Noto Sans CJK SC"/>
        <ns0:font script="Deva" typeface="Noto Sans CJK SC"/>
        <ns0:font script="Telu" typeface="Noto Sans CJK SC"/>
        <ns0:font script="Taml" typeface="Noto Sans CJK SC"/>
        <ns0:font script="Syrc" typeface="Noto Sans CJK SC"/>
        <ns0:font script="Orya" typeface="Noto Sans CJK SC"/>
        <ns0:font script="Mlym" typeface="Noto Sans CJK SC"/>
        <ns0:font script="Laoo" typeface="Noto Sans CJK SC"/>
        <ns0:font script="Sinh" typeface="Noto Sans CJK SC"/>
        <ns0:font script="Mong" typeface="Noto Sans CJK SC"/>
        <ns0:font script="Viet" typeface="Noto Sans CJK SC"/>
        <ns0:font script="Uigh" typeface="Noto Sans CJK SC"/>
        <ns0:font script="Geor" typeface="Noto Sans CJK SC"/>
      </ns0:majorFont>
      <ns0:minorFont>
        <ns0:latin typeface="Noto Sans CJK SC"/>
        <ns0:ea typeface="Noto Sans CJK SC"/>
        <ns0:cs typeface="Noto Sans CJK SC"/>
        <ns0:font script="Jpan" typeface="Noto Sans CJK SC"/>
        <ns0:font script="Hang" typeface="Noto Sans CJK SC"/>
        <ns0:font script="Hans" typeface="Noto Sans CJK SC"/>
        <ns0:font script="Hant" typeface="Noto Sans CJK SC"/>
        <ns0:font script="Arab" typeface="Noto Sans CJK SC"/>
        <ns0:font script="Hebr" typeface="Noto Sans CJK SC"/>
        <ns0:font script="Thai" typeface="Noto Sans CJK SC"/>
        <ns0:font script="Ethi" typeface="Noto Sans CJK SC"/>
        <ns0:font script="Beng" typeface="Noto Sans CJK SC"/>
        <ns0:font script="Gujr" typeface="Noto Sans CJK SC"/>
        <ns0:font script="Khmr" typeface="Noto Sans CJK SC"/>
        <ns0:font script="Knda" typeface="Noto Sans CJK SC"/>
        <ns0:font script="Guru" typeface="Noto Sans CJK SC"/>
        <ns0:font script="Cans" typeface="Noto Sans CJK SC"/>
        <ns0:font script="Cher" typeface="Noto Sans CJK SC"/>
        <ns0:font script="Yiii" typeface="Noto Sans CJK SC"/>
        <ns0:font script="Tibt" typeface="Noto Sans CJK SC"/>
        <ns0:font script="Thaa" typeface="Noto Sans CJK SC"/>
        <ns0:font script="Deva" typeface="Noto Sans CJK SC"/>
        <ns0:font script="Telu" typeface="Noto Sans CJK SC"/>
        <ns0:font script="Taml" typeface="Noto Sans CJK SC"/>
        <ns0:font script="Syrc" typeface="Noto Sans CJK SC"/>
        <ns0:font script="Orya" typeface="Noto Sans CJK SC"/>
        <ns0:font script="Mlym" typeface="Noto Sans CJK SC"/>
        <ns0:font script="Laoo" typeface="Noto Sans CJK SC"/>
        <ns0:font script="Sinh" typeface="Noto Sans CJK SC"/>
        <ns0:font script="Mong" typeface="Noto Sans CJK SC"/>
        <ns0:font script="Viet" typeface="Noto Sans CJK SC"/>
        <ns0:font script="Uigh" typeface="Noto Sans CJK SC"/>
        <ns0:font script="Geor" typeface="Noto Sans CJK SC"/>
      </ns0:minorFont>
    </ns0:fontScheme>
    <ns0:fmtScheme name="Office">
      <ns0:fillStyleLst>
        <ns0:solidFill>
          <ns0:schemeClr val="phClr"/>
        </ns0:solidFill>
        <ns0:gradFill rotWithShape="1">
          <ns0:gsLst>
            <ns0:gs pos="0">
              <ns0:schemeClr val="phClr">
                <ns0:tint val="50000"/>
                <ns0:satMod val="300000"/>
              </ns0:schemeClr>
            </ns0:gs>
            <ns0:gs pos="35000">
              <ns0:schemeClr val="phClr">
                <ns0:tint val="37000"/>
                <ns0:satMod val="300000"/>
              </ns0:schemeClr>
            </ns0:gs>
            <ns0:gs pos="100000">
              <ns0:schemeClr val="phClr">
                <ns0:tint val="15000"/>
                <ns0:satMod val="350000"/>
              </ns0:schemeClr>
            </ns0:gs>
          </ns0:gsLst>
          <ns0:lin ang="16200000" scaled="1"/>
        </ns0:gradFill>
        <ns0:gradFill rotWithShape="1">
          <ns0:gsLst>
            <ns0:gs pos="0">
              <ns0:schemeClr val="phClr">
                <ns0:tint val="100000"/>
                <ns0:shade val="100000"/>
                <ns0:satMod val="130000"/>
              </ns0:schemeClr>
            </ns0:gs>
            <ns0:gs pos="100000">
              <ns0:schemeClr val="phClr">
                <ns0:tint val="50000"/>
                <ns0:shade val="100000"/>
                <ns0:satMod val="350000"/>
              </ns0:schemeClr>
            </ns0:gs>
          </ns0:gsLst>
          <ns0:lin ang="16200000" scaled="0"/>
        </ns0:gradFill>
      </ns0:fillStyleLst>
      <ns0:lnStyleLst>
        <ns0:ln w="9525" cap="flat" cmpd="sng" algn="ctr">
          <ns0:solidFill>
            <ns0:schemeClr val="phClr">
              <ns0:shade val="95000"/>
              <ns0:satMod val="105000"/>
            </ns0:schemeClr>
          </ns0:solidFill>
          <ns0:prstDash val="solid"/>
        </ns0:ln>
        <ns0:ln w="25400" cap="flat" cmpd="sng" algn="ctr">
          <ns0:solidFill>
            <ns0:schemeClr val="phClr"/>
          </ns0:solidFill>
          <ns0:prstDash val="solid"/>
        </ns0:ln>
        <ns0:ln w="38100" cap="flat" cmpd="sng" algn="ctr">
          <ns0:solidFill>
            <ns0:schemeClr val="phClr"/>
          </ns0:solidFill>
          <ns0:prstDash val="solid"/>
        </ns0:ln>
      </ns0:lnStyleLst>
      <ns0:effectStyleLst>
        <ns0:effectStyle>
          <ns0:effectLst>
            <ns0:outerShdw blurRad="40000" dist="20000" dir="5400000" rotWithShape="0">
              <ns0:srgbClr val="000000">
                <ns0:alpha val="38000"/>
              </ns0:srgbClr>
            </ns0:outerShdw>
          </ns0:effectLst>
        </ns0:effectStyle>
        <ns0:effectStyle>
          <ns0:effectLst>
            <ns0:outerShdw blurRad="40000" dist="23000" dir="5400000" rotWithShape="0">
              <ns0:srgbClr val="000000">
                <ns0:alpha val="35000"/>
              </ns0:srgbClr>
            </ns0:outerShdw>
          </ns0:effectLst>
        </ns0:effectStyle>
        <ns0:effectStyle>
          <ns0:effectLst>
            <ns0:outerShdw blurRad="40000" dist="23000" dir="5400000" rotWithShape="0">
              <ns0:srgbClr val="000000">
                <ns0:alpha val="35000"/>
              </ns0:srgbClr>
            </ns0:outerShdw>
          </ns0:effectLst>
          <ns0:scene3d>
            <ns0:camera prst="orthographicFront">
              <ns0:rot lat="0" lon="0" rev="0"/>
            </ns0:camera>
            <ns0:lightRig rig="threePt" dir="t">
              <ns0:rot lat="0" lon="0" rev="1200000"/>
            </ns0:lightRig>
          </ns0:scene3d>
          <ns0:sp3d>
            <ns0:bevelT w="63500" h="25400"/>
          </ns0:sp3d>
        </ns0:effectStyle>
      </ns0:effectStyleLst>
      <ns0:bgFillStyleLst>
        <ns0:solidFill>
          <ns0:schemeClr val="phClr"/>
        </ns0:solidFill>
        <ns0:gradFill rotWithShape="1">
          <ns0:gsLst>
            <ns0:gs pos="0">
              <ns0:schemeClr val="phClr">
                <ns0:tint val="40000"/>
                <ns0:satMod val="350000"/>
              </ns0:schemeClr>
            </ns0:gs>
            <ns0:gs pos="40000">
              <ns0:schemeClr val="phClr">
                <ns0:tint val="45000"/>
                <ns0:shade val="99000"/>
                <ns0:satMod val="350000"/>
              </ns0:schemeClr>
            </ns0:gs>
            <ns0:gs pos="100000">
              <ns0:schemeClr val="phClr">
                <ns0:shade val="20000"/>
                <ns0:satMod val="255000"/>
              </ns0:schemeClr>
            </ns0:gs>
          </ns0:gsLst>
          <ns0:path path="circle">
            <ns0:fillToRect l="50000" t="-80000" r="50000" b="180000"/>
          </ns0:path>
        </ns0:gradFill>
        <ns0:gradFill rotWithShape="1">
          <ns0:gsLst>
            <ns0:gs pos="0">
              <ns0:schemeClr val="phClr">
                <ns0:tint val="80000"/>
                <ns0:satMod val="300000"/>
              </ns0:schemeClr>
            </ns0:gs>
            <ns0:gs pos="100000">
              <ns0:schemeClr val="phClr">
                <ns0:shade val="30000"/>
                <ns0:satMod val="200000"/>
              </ns0:schemeClr>
            </ns0:gs>
          </ns0:gsLst>
          <ns0:path path="circle">
            <ns0:fillToRect l="50000" t="50000" r="50000" b="50000"/>
          </ns0:path>
        </ns0:gradFill>
      </ns0:bgFillStyleLst>
    </ns0:fmtScheme>
  </ns0:themeElements>
  <ns0:objectDefaults>
    <ns0:spDef>
      <ns0:spPr/>
      <ns0:bodyPr/>
      <ns0:lstStyle/>
      <ns0:style>
        <ns0:lnRef idx="1">
          <ns0:schemeClr val="accent1"/>
        </ns0:lnRef>
        <ns0:fillRef idx="3">
          <ns0:schemeClr val="accent1"/>
        </ns0:fillRef>
        <ns0:effectRef idx="2">
          <ns0:schemeClr val="accent1"/>
        </ns0:effectRef>
        <ns0:fontRef idx="minor">
          <ns0:schemeClr val="lt1"/>
        </ns0:fontRef>
      </ns0:style>
    </ns0:spDef>
    <ns0:lnDef>
      <ns0:spPr/>
      <ns0:bodyPr/>
      <ns0:lstStyle/>
      <ns0:style>
        <ns0:lnRef idx="2">
          <ns0:schemeClr val="accent1"/>
        </ns0:lnRef>
        <ns0:fillRef idx="0">
          <ns0:schemeClr val="accent1"/>
        </ns0:fillRef>
        <ns0:effectRef idx="1">
          <ns0:schemeClr val="accent1"/>
        </ns0:effectRef>
        <ns0:fontRef idx="minor">
          <ns0:schemeClr val="tx1"/>
        </ns0:fontRef>
      </ns0:style>
    </ns0:lnDef>
  </ns0:objectDefaults>
  <ns0:extraClrSchemeLst/>
</ns0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